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9" r:id="rId7"/>
    <p:sldId id="261" r:id="rId8"/>
    <p:sldId id="265" r:id="rId9"/>
    <p:sldId id="263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72A46-A7F5-1EC1-FBF4-0F0D2A29BC82}" v="902" dt="2026-06-11T00:41:13.702"/>
    <p1510:client id="{3B06F300-FC27-0400-046C-581D3B765A40}" v="27" dt="2026-06-11T03:02:57.026"/>
    <p1510:client id="{81D3B8B9-AC11-69C4-14E0-AB49D882E3CA}" v="3" dt="2026-06-11T17:10:59.923"/>
    <p1510:client id="{8C4A8316-B5E4-512A-C506-956EFF936330}" v="369" dt="2026-06-10T19:54:44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Saunderson" userId="S::joseph.saunderson@evisions.com::4d5507eb-22ea-436c-9f7b-af90227d2814" providerId="AD" clId="Web-{17772A46-A7F5-1EC1-FBF4-0F0D2A29BC82}"/>
    <pc:docChg chg="mod addSld delSld modSld sldOrd addMainMaster delMainMaster">
      <pc:chgData name="Joseph Saunderson" userId="S::joseph.saunderson@evisions.com::4d5507eb-22ea-436c-9f7b-af90227d2814" providerId="AD" clId="Web-{17772A46-A7F5-1EC1-FBF4-0F0D2A29BC82}" dt="2026-06-11T01:27:24.420" v="1042" actId="20577"/>
      <pc:docMkLst>
        <pc:docMk/>
      </pc:docMkLst>
      <pc:sldChg chg="addSp delSp modSp mod modClrScheme delDesignElem chgLayout">
        <pc:chgData name="Joseph Saunderson" userId="S::joseph.saunderson@evisions.com::4d5507eb-22ea-436c-9f7b-af90227d2814" providerId="AD" clId="Web-{17772A46-A7F5-1EC1-FBF4-0F0D2A29BC82}" dt="2026-06-10T22:47:27.048" v="948"/>
        <pc:sldMkLst>
          <pc:docMk/>
          <pc:sldMk cId="109857222" sldId="256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8" creationId="{6F5A5072-7B47-4D32-B52A-4EBBF590B8A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10" creationId="{9715DAF0-AE1B-46C9-8A6B-DB2AA05AB91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12" creationId="{6016219D-510E-4184-9090-6D5578A87BD1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14" creationId="{AFF4A713-7B75-4B21-90D7-5AB19547C728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16" creationId="{DC631C0B-6DA6-4E57-8231-CE32B3434A7E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09857222" sldId="256"/>
            <ac:spMk id="18" creationId="{C29501E6-A978-4A61-9689-9085AF97A53A}"/>
          </ac:spMkLst>
        </pc:spChg>
      </pc:sldChg>
      <pc:sldChg chg="addSp delSp modSp mod modClrScheme delDesignElem chgLayout">
        <pc:chgData name="Joseph Saunderson" userId="S::joseph.saunderson@evisions.com::4d5507eb-22ea-436c-9f7b-af90227d2814" providerId="AD" clId="Web-{17772A46-A7F5-1EC1-FBF4-0F0D2A29BC82}" dt="2026-06-10T22:47:27.048" v="948"/>
        <pc:sldMkLst>
          <pc:docMk/>
          <pc:sldMk cId="3245108625" sldId="257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2" creationId="{9EE3796E-4ABE-8640-69DF-3A7EA39CD86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11" creationId="{256B2C21-A230-48C0-8DF1-C46611373C4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13" creationId="{3847E18C-932D-4C95-AABA-FEC7C9499AD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15" creationId="{3150CB11-0C61-439E-910F-5787759E72A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17" creationId="{43F8A58B-5155-44CE-A5FF-7647B47D0A7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245108625" sldId="257"/>
            <ac:spMk id="19" creationId="{443F2ACA-E6D6-4028-82DD-F03C262D5DE6}"/>
          </ac:spMkLst>
        </pc:spChg>
        <pc:graphicFrameChg chg="mod ord">
          <ac:chgData name="Joseph Saunderson" userId="S::joseph.saunderson@evisions.com::4d5507eb-22ea-436c-9f7b-af90227d2814" providerId="AD" clId="Web-{17772A46-A7F5-1EC1-FBF4-0F0D2A29BC82}" dt="2026-06-10T22:47:27.048" v="948"/>
          <ac:graphicFrameMkLst>
            <pc:docMk/>
            <pc:sldMk cId="3245108625" sldId="257"/>
            <ac:graphicFrameMk id="5" creationId="{1EE9AF5D-EB20-867B-6196-4C3AE50B2413}"/>
          </ac:graphicFrameMkLst>
        </pc:graphicFrameChg>
      </pc:sldChg>
      <pc:sldChg chg="addSp delSp modSp del mod modClrScheme delDesignElem chgLayout">
        <pc:chgData name="Joseph Saunderson" userId="S::joseph.saunderson@evisions.com::4d5507eb-22ea-436c-9f7b-af90227d2814" providerId="AD" clId="Web-{17772A46-A7F5-1EC1-FBF4-0F0D2A29BC82}" dt="2026-06-10T22:45:28.516" v="946"/>
        <pc:sldMkLst>
          <pc:docMk/>
          <pc:sldMk cId="1940604930" sldId="258"/>
        </pc:sldMkLst>
        <pc:spChg chg="mod ord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2" creationId="{1D289D2F-14EC-5E39-94F5-0073ACBAE7AB}"/>
          </ac:spMkLst>
        </pc:spChg>
        <pc:spChg chg="mod ord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8" creationId="{B5C42A25-2E2F-0AB5-C8C9-D8EC0FA474B3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11" creationId="{C4285719-470E-454C-AF62-8323075F1F5B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13" creationId="{CD9FE4EF-C4D8-49A0-B2FF-81D8DB7D8A2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15" creationId="{4300840D-0A0B-4512-BACA-B439D5B9C57C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17" creationId="{D2B78728-A580-49A7-84F9-6EF6F583ADE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19" creationId="{38FAA1A1-D861-433F-88FA-1E9D6FD31D11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21:55.483" v="944"/>
          <ac:spMkLst>
            <pc:docMk/>
            <pc:sldMk cId="1940604930" sldId="258"/>
            <ac:spMk id="21" creationId="{8D71EDA1-87BF-4D5D-AB79-F346FD19278A}"/>
          </ac:spMkLst>
        </pc:spChg>
      </pc:sldChg>
      <pc:sldChg chg="addSp delSp modSp mod setBg modClrScheme delDesignElem chgLayout">
        <pc:chgData name="Joseph Saunderson" userId="S::joseph.saunderson@evisions.com::4d5507eb-22ea-436c-9f7b-af90227d2814" providerId="AD" clId="Web-{17772A46-A7F5-1EC1-FBF4-0F0D2A29BC82}" dt="2026-06-10T22:51:57.813" v="952"/>
        <pc:sldMkLst>
          <pc:docMk/>
          <pc:sldMk cId="2205190766" sldId="259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2205190766" sldId="259"/>
            <ac:spMk id="2" creationId="{DC8B1ECF-991D-3CAE-DBAF-7D09C175E35A}"/>
          </ac:spMkLst>
        </pc:spChg>
        <pc:spChg chg="add del mod">
          <ac:chgData name="Joseph Saunderson" userId="S::joseph.saunderson@evisions.com::4d5507eb-22ea-436c-9f7b-af90227d2814" providerId="AD" clId="Web-{17772A46-A7F5-1EC1-FBF4-0F0D2A29BC82}" dt="2026-06-10T22:09:28.419" v="932"/>
          <ac:spMkLst>
            <pc:docMk/>
            <pc:sldMk cId="2205190766" sldId="259"/>
            <ac:spMk id="3" creationId="{D7BC0C7A-2A67-DC8C-213B-B3C911A9D2EF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1:34:23.728" v="566"/>
          <ac:spMkLst>
            <pc:docMk/>
            <pc:sldMk cId="2205190766" sldId="259"/>
            <ac:spMk id="8" creationId="{DEE2AD96-B495-4E06-9291-B71706F728CB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9:28.419" v="932"/>
          <ac:spMkLst>
            <pc:docMk/>
            <pc:sldMk cId="2205190766" sldId="259"/>
            <ac:spMk id="10" creationId="{53CF6D67-C5A8-4ADD-9E8E-1E38CA1D3166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1:34:23.728" v="566"/>
          <ac:spMkLst>
            <pc:docMk/>
            <pc:sldMk cId="2205190766" sldId="259"/>
            <ac:spMk id="12" creationId="{86909FA0-B515-4681-B7A8-FA281D133B9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9:28.419" v="932"/>
          <ac:spMkLst>
            <pc:docMk/>
            <pc:sldMk cId="2205190766" sldId="259"/>
            <ac:spMk id="14" creationId="{21C9FE86-FCC3-4A31-AA1C-C882262B7FE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9:28.419" v="932"/>
          <ac:spMkLst>
            <pc:docMk/>
            <pc:sldMk cId="2205190766" sldId="259"/>
            <ac:spMk id="16" creationId="{7D96243B-ECED-4B71-8E06-AE9A285EAD2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9:28.419" v="932"/>
          <ac:spMkLst>
            <pc:docMk/>
            <pc:sldMk cId="2205190766" sldId="259"/>
            <ac:spMk id="18" creationId="{A09989E4-EFDC-4A90-A633-E0525FB4139E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43" v="936"/>
          <ac:spMkLst>
            <pc:docMk/>
            <pc:sldMk cId="2205190766" sldId="259"/>
            <ac:spMk id="22" creationId="{D7BC0C7A-2A67-DC8C-213B-B3C911A9D2EF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74" v="937"/>
          <ac:spMkLst>
            <pc:docMk/>
            <pc:sldMk cId="2205190766" sldId="259"/>
            <ac:spMk id="25" creationId="{53CF6D67-C5A8-4ADD-9E8E-1E38CA1D316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74" v="937"/>
          <ac:spMkLst>
            <pc:docMk/>
            <pc:sldMk cId="2205190766" sldId="259"/>
            <ac:spMk id="27" creationId="{86909FA0-B515-4681-B7A8-FA281D133B9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74" v="937"/>
          <ac:spMkLst>
            <pc:docMk/>
            <pc:sldMk cId="2205190766" sldId="259"/>
            <ac:spMk id="29" creationId="{21C9FE86-FCC3-4A31-AA1C-C882262B7FE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74" v="937"/>
          <ac:spMkLst>
            <pc:docMk/>
            <pc:sldMk cId="2205190766" sldId="259"/>
            <ac:spMk id="31" creationId="{7D96243B-ECED-4B71-8E06-AE9A285EAD2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2:14.874" v="937"/>
          <ac:spMkLst>
            <pc:docMk/>
            <pc:sldMk cId="2205190766" sldId="259"/>
            <ac:spMk id="33" creationId="{A09989E4-EFDC-4A90-A633-E0525FB4139E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3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41" creationId="{256B2C21-A230-48C0-8DF1-C46611373C4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43" creationId="{3847E18C-932D-4C95-AABA-FEC7C9499AD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45" creationId="{3150CB11-0C61-439E-910F-5787759E72A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47" creationId="{43F8A58B-5155-44CE-A5FF-7647B47D0A7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49" creationId="{443F2ACA-E6D6-4028-82DD-F03C262D5DE6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54" creationId="{BACC6370-2D7E-4714-9D71-7542949D7D5D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56" creationId="{F68B3F68-107C-434F-AA38-110D5EA91B85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58" creationId="{AAD0DBB9-1A4B-4391-81D4-CB19F9AB918A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51:57.813" v="952"/>
          <ac:spMkLst>
            <pc:docMk/>
            <pc:sldMk cId="2205190766" sldId="259"/>
            <ac:spMk id="60" creationId="{063BBA22-50EA-4C4D-BE05-F1CE4E63AA56}"/>
          </ac:spMkLst>
        </pc:spChg>
        <pc:graphicFrameChg chg="add del">
          <ac:chgData name="Joseph Saunderson" userId="S::joseph.saunderson@evisions.com::4d5507eb-22ea-436c-9f7b-af90227d2814" providerId="AD" clId="Web-{17772A46-A7F5-1EC1-FBF4-0F0D2A29BC82}" dt="2026-06-10T22:09:28.403" v="931"/>
          <ac:graphicFrameMkLst>
            <pc:docMk/>
            <pc:sldMk cId="2205190766" sldId="259"/>
            <ac:graphicFrameMk id="20" creationId="{D98153C4-D11F-A64A-71D3-2759F0C6CAEB}"/>
          </ac:graphicFrameMkLst>
        </pc:graphicFrameChg>
        <pc:graphicFrameChg chg="add del">
          <ac:chgData name="Joseph Saunderson" userId="S::joseph.saunderson@evisions.com::4d5507eb-22ea-436c-9f7b-af90227d2814" providerId="AD" clId="Web-{17772A46-A7F5-1EC1-FBF4-0F0D2A29BC82}" dt="2026-06-10T22:12:14.843" v="936"/>
          <ac:graphicFrameMkLst>
            <pc:docMk/>
            <pc:sldMk cId="2205190766" sldId="259"/>
            <ac:graphicFrameMk id="35" creationId="{94551E6A-F99E-7041-3F2D-63AF64642913}"/>
          </ac:graphicFrameMkLst>
        </pc:graphicFrameChg>
        <pc:graphicFrameChg chg="mod ord modGraphic">
          <ac:chgData name="Joseph Saunderson" userId="S::joseph.saunderson@evisions.com::4d5507eb-22ea-436c-9f7b-af90227d2814" providerId="AD" clId="Web-{17772A46-A7F5-1EC1-FBF4-0F0D2A29BC82}" dt="2026-06-10T22:47:51.486" v="951"/>
          <ac:graphicFrameMkLst>
            <pc:docMk/>
            <pc:sldMk cId="2205190766" sldId="259"/>
            <ac:graphicFrameMk id="37" creationId="{50183EAF-3D41-F4E5-08FE-B1AF9BF9E9E6}"/>
          </ac:graphicFrameMkLst>
        </pc:graphicFrameChg>
      </pc:sldChg>
      <pc:sldChg chg="addSp delSp modSp mod setBg modClrScheme delDesignElem chgLayout">
        <pc:chgData name="Joseph Saunderson" userId="S::joseph.saunderson@evisions.com::4d5507eb-22ea-436c-9f7b-af90227d2814" providerId="AD" clId="Web-{17772A46-A7F5-1EC1-FBF4-0F0D2A29BC82}" dt="2026-06-10T22:47:27.048" v="948"/>
        <pc:sldMkLst>
          <pc:docMk/>
          <pc:sldMk cId="1909158133" sldId="260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2" creationId="{99DF13F9-F94C-0FB4-F5D6-8283B0721CD2}"/>
          </ac:spMkLst>
        </pc:spChg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3" creationId="{2EDC644D-DED7-F911-89DE-C077F6DD163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8" creationId="{DEE2AD96-B495-4E06-9291-B71706F728CB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10" creationId="{53CF6D67-C5A8-4ADD-9E8E-1E38CA1D316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12" creationId="{86909FA0-B515-4681-B7A8-FA281D133B9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14" creationId="{21C9FE86-FCC3-4A31-AA1C-C882262B7FE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16" creationId="{7D96243B-ECED-4B71-8E06-AE9A285EAD2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1909158133" sldId="260"/>
            <ac:spMk id="18" creationId="{A09989E4-EFDC-4A90-A633-E0525FB4139E}"/>
          </ac:spMkLst>
        </pc:spChg>
      </pc:sldChg>
      <pc:sldChg chg="addSp delSp modSp new mod ord setBg modClrScheme delDesignElem chgLayout">
        <pc:chgData name="Joseph Saunderson" userId="S::joseph.saunderson@evisions.com::4d5507eb-22ea-436c-9f7b-af90227d2814" providerId="AD" clId="Web-{17772A46-A7F5-1EC1-FBF4-0F0D2A29BC82}" dt="2026-06-11T00:41:13.702" v="1016" actId="20577"/>
        <pc:sldMkLst>
          <pc:docMk/>
          <pc:sldMk cId="3141330235" sldId="261"/>
        </pc:sldMkLst>
        <pc:spChg chg="mod ord">
          <ac:chgData name="Joseph Saunderson" userId="S::joseph.saunderson@evisions.com::4d5507eb-22ea-436c-9f7b-af90227d2814" providerId="AD" clId="Web-{17772A46-A7F5-1EC1-FBF4-0F0D2A29BC82}" dt="2026-06-11T00:41:13.702" v="1016" actId="20577"/>
          <ac:spMkLst>
            <pc:docMk/>
            <pc:sldMk cId="3141330235" sldId="261"/>
            <ac:spMk id="2" creationId="{D58AD55E-FC9B-D241-C6FD-769B944CE5BA}"/>
          </ac:spMkLst>
        </pc:spChg>
        <pc:spChg chg="add del mod">
          <ac:chgData name="Joseph Saunderson" userId="S::joseph.saunderson@evisions.com::4d5507eb-22ea-436c-9f7b-af90227d2814" providerId="AD" clId="Web-{17772A46-A7F5-1EC1-FBF4-0F0D2A29BC82}" dt="2026-06-10T21:34:10.947" v="565"/>
          <ac:spMkLst>
            <pc:docMk/>
            <pc:sldMk cId="3141330235" sldId="261"/>
            <ac:spMk id="3" creationId="{44378492-DD38-7865-E59B-68940CF55969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34:10.916" v="564"/>
          <ac:spMkLst>
            <pc:docMk/>
            <pc:sldMk cId="3141330235" sldId="261"/>
            <ac:spMk id="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34:10.916" v="564"/>
          <ac:spMkLst>
            <pc:docMk/>
            <pc:sldMk cId="3141330235" sldId="261"/>
            <ac:spMk id="11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34:10.916" v="564"/>
          <ac:spMkLst>
            <pc:docMk/>
            <pc:sldMk cId="3141330235" sldId="261"/>
            <ac:spMk id="13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34:10.916" v="564"/>
          <ac:spMkLst>
            <pc:docMk/>
            <pc:sldMk cId="3141330235" sldId="261"/>
            <ac:spMk id="15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67" v="719"/>
          <ac:spMkLst>
            <pc:docMk/>
            <pc:sldMk cId="3141330235" sldId="261"/>
            <ac:spMk id="17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67" v="719"/>
          <ac:spMkLst>
            <pc:docMk/>
            <pc:sldMk cId="3141330235" sldId="261"/>
            <ac:spMk id="18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67" v="719"/>
          <ac:spMkLst>
            <pc:docMk/>
            <pc:sldMk cId="3141330235" sldId="261"/>
            <ac:spMk id="19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67" v="719"/>
          <ac:spMkLst>
            <pc:docMk/>
            <pc:sldMk cId="3141330235" sldId="261"/>
            <ac:spMk id="20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2.254" v="708"/>
          <ac:spMkLst>
            <pc:docMk/>
            <pc:sldMk cId="3141330235" sldId="261"/>
            <ac:spMk id="26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2.254" v="708"/>
          <ac:spMkLst>
            <pc:docMk/>
            <pc:sldMk cId="3141330235" sldId="261"/>
            <ac:spMk id="28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2.254" v="708"/>
          <ac:spMkLst>
            <pc:docMk/>
            <pc:sldMk cId="3141330235" sldId="261"/>
            <ac:spMk id="30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2.254" v="708"/>
          <ac:spMkLst>
            <pc:docMk/>
            <pc:sldMk cId="3141330235" sldId="261"/>
            <ac:spMk id="32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4.785" v="710"/>
          <ac:spMkLst>
            <pc:docMk/>
            <pc:sldMk cId="3141330235" sldId="261"/>
            <ac:spMk id="34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4.785" v="710"/>
          <ac:spMkLst>
            <pc:docMk/>
            <pc:sldMk cId="3141330235" sldId="261"/>
            <ac:spMk id="35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4.785" v="710"/>
          <ac:spMkLst>
            <pc:docMk/>
            <pc:sldMk cId="3141330235" sldId="261"/>
            <ac:spMk id="36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44.785" v="710"/>
          <ac:spMkLst>
            <pc:docMk/>
            <pc:sldMk cId="3141330235" sldId="261"/>
            <ac:spMk id="37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54.332" v="712"/>
          <ac:spMkLst>
            <pc:docMk/>
            <pc:sldMk cId="3141330235" sldId="261"/>
            <ac:spMk id="3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54.332" v="712"/>
          <ac:spMkLst>
            <pc:docMk/>
            <pc:sldMk cId="3141330235" sldId="261"/>
            <ac:spMk id="40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54.332" v="712"/>
          <ac:spMkLst>
            <pc:docMk/>
            <pc:sldMk cId="3141330235" sldId="261"/>
            <ac:spMk id="41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2:54.332" v="712"/>
          <ac:spMkLst>
            <pc:docMk/>
            <pc:sldMk cId="3141330235" sldId="261"/>
            <ac:spMk id="42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2.551" v="714"/>
          <ac:spMkLst>
            <pc:docMk/>
            <pc:sldMk cId="3141330235" sldId="261"/>
            <ac:spMk id="44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2.551" v="714"/>
          <ac:spMkLst>
            <pc:docMk/>
            <pc:sldMk cId="3141330235" sldId="261"/>
            <ac:spMk id="45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2.551" v="714"/>
          <ac:spMkLst>
            <pc:docMk/>
            <pc:sldMk cId="3141330235" sldId="261"/>
            <ac:spMk id="46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2.551" v="714"/>
          <ac:spMkLst>
            <pc:docMk/>
            <pc:sldMk cId="3141330235" sldId="261"/>
            <ac:spMk id="47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5.082" v="716"/>
          <ac:spMkLst>
            <pc:docMk/>
            <pc:sldMk cId="3141330235" sldId="261"/>
            <ac:spMk id="4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5.082" v="716"/>
          <ac:spMkLst>
            <pc:docMk/>
            <pc:sldMk cId="3141330235" sldId="261"/>
            <ac:spMk id="50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5.082" v="716"/>
          <ac:spMkLst>
            <pc:docMk/>
            <pc:sldMk cId="3141330235" sldId="261"/>
            <ac:spMk id="51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5.082" v="716"/>
          <ac:spMkLst>
            <pc:docMk/>
            <pc:sldMk cId="3141330235" sldId="261"/>
            <ac:spMk id="52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20" v="718"/>
          <ac:spMkLst>
            <pc:docMk/>
            <pc:sldMk cId="3141330235" sldId="261"/>
            <ac:spMk id="54" creationId="{0C541B88-1AE9-40C3-AFD5-967787C1979F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20" v="718"/>
          <ac:spMkLst>
            <pc:docMk/>
            <pc:sldMk cId="3141330235" sldId="261"/>
            <ac:spMk id="55" creationId="{E5F17139-31EE-46AC-B04F-DBBD852DD6CB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20" v="718"/>
          <ac:spMkLst>
            <pc:docMk/>
            <pc:sldMk cId="3141330235" sldId="261"/>
            <ac:spMk id="58" creationId="{89D16701-DA76-4F72-BB63-E2C3FFBDFE0F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3:08.520" v="718"/>
          <ac:spMkLst>
            <pc:docMk/>
            <pc:sldMk cId="3141330235" sldId="261"/>
            <ac:spMk id="59" creationId="{1CC28BE1-9DC6-43FE-9582-39F091098D7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6:37.915" v="884"/>
          <ac:spMkLst>
            <pc:docMk/>
            <pc:sldMk cId="3141330235" sldId="261"/>
            <ac:spMk id="72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6:37.915" v="884"/>
          <ac:spMkLst>
            <pc:docMk/>
            <pc:sldMk cId="3141330235" sldId="261"/>
            <ac:spMk id="73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6:37.915" v="884"/>
          <ac:spMkLst>
            <pc:docMk/>
            <pc:sldMk cId="3141330235" sldId="261"/>
            <ac:spMk id="74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06:37.915" v="884"/>
          <ac:spMkLst>
            <pc:docMk/>
            <pc:sldMk cId="3141330235" sldId="261"/>
            <ac:spMk id="75" creationId="{063BBA22-50EA-4C4D-BE05-F1CE4E63AA5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141330235" sldId="261"/>
            <ac:spMk id="80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141330235" sldId="261"/>
            <ac:spMk id="82" creationId="{F68B3F68-107C-434F-AA38-110D5EA91B85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141330235" sldId="261"/>
            <ac:spMk id="84" creationId="{AAD0DBB9-1A4B-4391-81D4-CB19F9AB918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141330235" sldId="261"/>
            <ac:spMk id="86" creationId="{063BBA22-50EA-4C4D-BE05-F1CE4E63AA56}"/>
          </ac:spMkLst>
        </pc:spChg>
        <pc:graphicFrameChg chg="add del">
          <ac:chgData name="Joseph Saunderson" userId="S::joseph.saunderson@evisions.com::4d5507eb-22ea-436c-9f7b-af90227d2814" providerId="AD" clId="Web-{17772A46-A7F5-1EC1-FBF4-0F0D2A29BC82}" dt="2026-06-10T21:34:10.916" v="564"/>
          <ac:graphicFrameMkLst>
            <pc:docMk/>
            <pc:sldMk cId="3141330235" sldId="261"/>
            <ac:graphicFrameMk id="5" creationId="{8DD6311B-39E3-4A2E-BC7E-7CD7B1E580E2}"/>
          </ac:graphicFrameMkLst>
        </pc:graphicFrameChg>
        <pc:graphicFrameChg chg="add mod ord modGraphic">
          <ac:chgData name="Joseph Saunderson" userId="S::joseph.saunderson@evisions.com::4d5507eb-22ea-436c-9f7b-af90227d2814" providerId="AD" clId="Web-{17772A46-A7F5-1EC1-FBF4-0F0D2A29BC82}" dt="2026-06-10T22:47:27.048" v="948"/>
          <ac:graphicFrameMkLst>
            <pc:docMk/>
            <pc:sldMk cId="3141330235" sldId="261"/>
            <ac:graphicFrameMk id="21" creationId="{A0FEE793-837F-B226-F276-B0DE6400D6D4}"/>
          </ac:graphicFrameMkLst>
        </pc:graphicFrameChg>
      </pc:sldChg>
      <pc:sldChg chg="addSp delSp modSp new mod setBg modClrScheme delDesignElem chgLayout">
        <pc:chgData name="Joseph Saunderson" userId="S::joseph.saunderson@evisions.com::4d5507eb-22ea-436c-9f7b-af90227d2814" providerId="AD" clId="Web-{17772A46-A7F5-1EC1-FBF4-0F0D2A29BC82}" dt="2026-06-10T22:47:27.048" v="948"/>
        <pc:sldMkLst>
          <pc:docMk/>
          <pc:sldMk cId="953086074" sldId="262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2" creationId="{DEF39357-6B56-9E0D-310D-61EBB6D501D2}"/>
          </ac:spMkLst>
        </pc:spChg>
        <pc:spChg chg="del mod">
          <ac:chgData name="Joseph Saunderson" userId="S::joseph.saunderson@evisions.com::4d5507eb-22ea-436c-9f7b-af90227d2814" providerId="AD" clId="Web-{17772A46-A7F5-1EC1-FBF4-0F0D2A29BC82}" dt="2026-06-10T22:10:20.732" v="933"/>
          <ac:spMkLst>
            <pc:docMk/>
            <pc:sldMk cId="953086074" sldId="262"/>
            <ac:spMk id="3" creationId="{D88D93D6-753D-52AB-A39F-022E8207604C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11" creationId="{256B2C21-A230-48C0-8DF1-C46611373C4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13" creationId="{3847E18C-932D-4C95-AABA-FEC7C9499AD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15" creationId="{3150CB11-0C61-439E-910F-5787759E72A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17" creationId="{43F8A58B-5155-44CE-A5FF-7647B47D0A7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19" creationId="{443F2ACA-E6D6-4028-82DD-F03C262D5DE6}"/>
          </ac:spMkLst>
        </pc:spChg>
        <pc:spChg chg="add 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953086074" sldId="262"/>
            <ac:spMk id="52" creationId="{D5310CAA-97A8-C438-2321-268E8A362968}"/>
          </ac:spMkLst>
        </pc:spChg>
        <pc:graphicFrameChg chg="add del mod ord">
          <ac:chgData name="Joseph Saunderson" userId="S::joseph.saunderson@evisions.com::4d5507eb-22ea-436c-9f7b-af90227d2814" providerId="AD" clId="Web-{17772A46-A7F5-1EC1-FBF4-0F0D2A29BC82}" dt="2026-06-10T22:30:18.165" v="945"/>
          <ac:graphicFrameMkLst>
            <pc:docMk/>
            <pc:sldMk cId="953086074" sldId="262"/>
            <ac:graphicFrameMk id="5" creationId="{C473A25D-D091-1CDE-C6DE-7A40B05A6935}"/>
          </ac:graphicFrameMkLst>
        </pc:graphicFrameChg>
      </pc:sldChg>
      <pc:sldChg chg="addSp delSp modSp new mod setBg modClrScheme delDesignElem chgLayout">
        <pc:chgData name="Joseph Saunderson" userId="S::joseph.saunderson@evisions.com::4d5507eb-22ea-436c-9f7b-af90227d2814" providerId="AD" clId="Web-{17772A46-A7F5-1EC1-FBF4-0F0D2A29BC82}" dt="2026-06-11T01:27:24.420" v="1042" actId="20577"/>
        <pc:sldMkLst>
          <pc:docMk/>
          <pc:sldMk cId="3046257451" sldId="263"/>
        </pc:sldMkLst>
        <pc:spChg chg="mod ord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2" creationId="{FA7B8FB9-6013-B84B-B8EE-9FD0A04DB923}"/>
          </ac:spMkLst>
        </pc:spChg>
        <pc:spChg chg="add del mod">
          <ac:chgData name="Joseph Saunderson" userId="S::joseph.saunderson@evisions.com::4d5507eb-22ea-436c-9f7b-af90227d2814" providerId="AD" clId="Web-{17772A46-A7F5-1EC1-FBF4-0F0D2A29BC82}" dt="2026-06-10T22:06:16.399" v="883"/>
          <ac:spMkLst>
            <pc:docMk/>
            <pc:sldMk cId="3046257451" sldId="263"/>
            <ac:spMk id="3" creationId="{C3A9DDB8-80DB-B094-15FB-230FF74588DF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0:30.513" v="934"/>
          <ac:spMkLst>
            <pc:docMk/>
            <pc:sldMk cId="3046257451" sldId="263"/>
            <ac:spMk id="8" creationId="{DEE2AD96-B495-4E06-9291-B71706F728CB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9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0:30.513" v="934"/>
          <ac:spMkLst>
            <pc:docMk/>
            <pc:sldMk cId="3046257451" sldId="263"/>
            <ac:spMk id="10" creationId="{53CF6D67-C5A8-4ADD-9E8E-1E38CA1D316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11" creationId="{256B2C21-A230-48C0-8DF1-C46611373C4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0:30.513" v="934"/>
          <ac:spMkLst>
            <pc:docMk/>
            <pc:sldMk cId="3046257451" sldId="263"/>
            <ac:spMk id="12" creationId="{86909FA0-B515-4681-B7A8-FA281D133B9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13" creationId="{3847E18C-932D-4C95-AABA-FEC7C9499AD7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06:16.399" v="883"/>
          <ac:spMkLst>
            <pc:docMk/>
            <pc:sldMk cId="3046257451" sldId="263"/>
            <ac:spMk id="14" creationId="{21C9FE86-FCC3-4A31-AA1C-C882262B7FE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15" creationId="{3150CB11-0C61-439E-910F-5787759E72A0}"/>
          </ac:spMkLst>
        </pc:spChg>
        <pc:spChg chg="add">
          <ac:chgData name="Joseph Saunderson" userId="S::joseph.saunderson@evisions.com::4d5507eb-22ea-436c-9f7b-af90227d2814" providerId="AD" clId="Web-{17772A46-A7F5-1EC1-FBF4-0F0D2A29BC82}" dt="2026-06-10T22:06:16.399" v="883"/>
          <ac:spMkLst>
            <pc:docMk/>
            <pc:sldMk cId="3046257451" sldId="263"/>
            <ac:spMk id="16" creationId="{7D96243B-ECED-4B71-8E06-AE9A285EAD2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17" creationId="{43F8A58B-5155-44CE-A5FF-7647B47D0A7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10:30.513" v="934"/>
          <ac:spMkLst>
            <pc:docMk/>
            <pc:sldMk cId="3046257451" sldId="263"/>
            <ac:spMk id="18" creationId="{A09989E4-EFDC-4A90-A633-E0525FB4139E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1:56:44.741" v="721"/>
          <ac:spMkLst>
            <pc:docMk/>
            <pc:sldMk cId="3046257451" sldId="263"/>
            <ac:spMk id="19" creationId="{443F2ACA-E6D6-4028-82DD-F03C262D5DE6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24" creationId="{BACC6370-2D7E-4714-9D71-7542949D7D5D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26" creationId="{256B2C21-A230-48C0-8DF1-C46611373C44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28" creationId="{3847E18C-932D-4C95-AABA-FEC7C9499AD7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30" creationId="{3150CB11-0C61-439E-910F-5787759E72A0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32" creationId="{43F8A58B-5155-44CE-A5FF-7647B47D0A7A}"/>
          </ac:spMkLst>
        </pc:spChg>
        <pc:spChg chg="add del">
          <ac:chgData name="Joseph Saunderson" userId="S::joseph.saunderson@evisions.com::4d5507eb-22ea-436c-9f7b-af90227d2814" providerId="AD" clId="Web-{17772A46-A7F5-1EC1-FBF4-0F0D2A29BC82}" dt="2026-06-10T22:47:27.048" v="948"/>
          <ac:spMkLst>
            <pc:docMk/>
            <pc:sldMk cId="3046257451" sldId="263"/>
            <ac:spMk id="34" creationId="{443F2ACA-E6D6-4028-82DD-F03C262D5DE6}"/>
          </ac:spMkLst>
        </pc:spChg>
        <pc:graphicFrameChg chg="add del">
          <ac:chgData name="Joseph Saunderson" userId="S::joseph.saunderson@evisions.com::4d5507eb-22ea-436c-9f7b-af90227d2814" providerId="AD" clId="Web-{17772A46-A7F5-1EC1-FBF4-0F0D2A29BC82}" dt="2026-06-10T21:56:44.741" v="721"/>
          <ac:graphicFrameMkLst>
            <pc:docMk/>
            <pc:sldMk cId="3046257451" sldId="263"/>
            <ac:graphicFrameMk id="5" creationId="{1FD7FB75-D287-B854-C8E0-DE442D59CEEC}"/>
          </ac:graphicFrameMkLst>
        </pc:graphicFrameChg>
        <pc:graphicFrameChg chg="mod ord modGraphic">
          <ac:chgData name="Joseph Saunderson" userId="S::joseph.saunderson@evisions.com::4d5507eb-22ea-436c-9f7b-af90227d2814" providerId="AD" clId="Web-{17772A46-A7F5-1EC1-FBF4-0F0D2A29BC82}" dt="2026-06-11T01:27:24.420" v="1042" actId="20577"/>
          <ac:graphicFrameMkLst>
            <pc:docMk/>
            <pc:sldMk cId="3046257451" sldId="263"/>
            <ac:graphicFrameMk id="20" creationId="{54971322-8BCB-C1DE-BC37-EE54921F3921}"/>
          </ac:graphicFrameMkLst>
        </pc:graphicFrameChg>
      </pc:sldChg>
      <pc:sldMasterChg chg="add del addSldLayout delSldLayout">
        <pc:chgData name="Joseph Saunderson" userId="S::joseph.saunderson@evisions.com::4d5507eb-22ea-436c-9f7b-af90227d2814" providerId="AD" clId="Web-{17772A46-A7F5-1EC1-FBF4-0F0D2A29BC82}" dt="2026-06-10T22:47:27.048" v="948"/>
        <pc:sldMasterMkLst>
          <pc:docMk/>
          <pc:sldMasterMk cId="2460954070" sldId="2147483660"/>
        </pc:sldMasterMkLst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Joseph Saunderson" userId="S::joseph.saunderson@evisions.com::4d5507eb-22ea-436c-9f7b-af90227d2814" providerId="AD" clId="Web-{17772A46-A7F5-1EC1-FBF4-0F0D2A29BC82}" dt="2026-06-10T22:47:27.048" v="948"/>
        <pc:sldMasterMkLst>
          <pc:docMk/>
          <pc:sldMasterMk cId="241451712" sldId="2147483672"/>
        </pc:sldMasterMkLst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1271084821" sldId="2147483673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3236076040" sldId="2147483674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3120652369" sldId="2147483675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695479425" sldId="2147483676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1935918159" sldId="2147483677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2802466019" sldId="2147483678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2598064586" sldId="2147483679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4248610365" sldId="2147483680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3666759000" sldId="2147483681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997740319" sldId="2147483682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47:27.048" v="948"/>
          <pc:sldLayoutMkLst>
            <pc:docMk/>
            <pc:sldMasterMk cId="241451712" sldId="2147483672"/>
            <pc:sldLayoutMk cId="971592723" sldId="2147483683"/>
          </pc:sldLayoutMkLst>
        </pc:sldLayoutChg>
      </pc:sldMasterChg>
      <pc:sldMasterChg chg="add del addSldLayout delSldLayout modSldLayout">
        <pc:chgData name="Joseph Saunderson" userId="S::joseph.saunderson@evisions.com::4d5507eb-22ea-436c-9f7b-af90227d2814" providerId="AD" clId="Web-{17772A46-A7F5-1EC1-FBF4-0F0D2A29BC82}" dt="2026-06-10T22:19:24.584" v="941"/>
        <pc:sldMasterMkLst>
          <pc:docMk/>
          <pc:sldMasterMk cId="347613330" sldId="2147483672"/>
        </pc:sldMasterMkLst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383782268" sldId="2147483673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1126204819" sldId="2147483674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2732164678" sldId="2147483675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80889911" sldId="2147483676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1303442677" sldId="2147483677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1274641061" sldId="2147483678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665042353" sldId="2147483679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2421821102" sldId="2147483680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2281880064" sldId="2147483681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404024710" sldId="2147483682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19:24.584" v="941"/>
          <pc:sldLayoutMkLst>
            <pc:docMk/>
            <pc:sldMasterMk cId="347613330" sldId="2147483672"/>
            <pc:sldLayoutMk cId="4197418574" sldId="2147483683"/>
          </pc:sldLayoutMkLst>
        </pc:sldLayoutChg>
      </pc:sldMasterChg>
      <pc:sldMasterChg chg="add del addSldLayout delSldLayout modSldLayout">
        <pc:chgData name="Joseph Saunderson" userId="S::joseph.saunderson@evisions.com::4d5507eb-22ea-436c-9f7b-af90227d2814" providerId="AD" clId="Web-{17772A46-A7F5-1EC1-FBF4-0F0D2A29BC82}" dt="2026-06-10T22:21:55.483" v="944"/>
        <pc:sldMasterMkLst>
          <pc:docMk/>
          <pc:sldMasterMk cId="1273630716" sldId="2147483672"/>
        </pc:sldMasterMkLst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162213974" sldId="2147483673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2323778554" sldId="2147483674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758245483" sldId="2147483675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959788493" sldId="2147483676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133297859" sldId="2147483677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2102506195" sldId="2147483678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3937532817" sldId="2147483679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3870668957" sldId="2147483680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461270784" sldId="2147483681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3892764802" sldId="2147483682"/>
          </pc:sldLayoutMkLst>
        </pc:sldLayoutChg>
        <pc:sldLayoutChg chg="add del mod replId">
          <pc:chgData name="Joseph Saunderson" userId="S::joseph.saunderson@evisions.com::4d5507eb-22ea-436c-9f7b-af90227d2814" providerId="AD" clId="Web-{17772A46-A7F5-1EC1-FBF4-0F0D2A29BC82}" dt="2026-06-10T22:21:55.483" v="944"/>
          <pc:sldLayoutMkLst>
            <pc:docMk/>
            <pc:sldMasterMk cId="1273630716" sldId="2147483672"/>
            <pc:sldLayoutMk cId="1641630850" sldId="2147483683"/>
          </pc:sldLayoutMkLst>
        </pc:sldLayoutChg>
      </pc:sldMasterChg>
    </pc:docChg>
  </pc:docChgLst>
  <pc:docChgLst>
    <pc:chgData name="Joseph Saunderson" userId="S::joseph.saunderson@evisions.com::4d5507eb-22ea-436c-9f7b-af90227d2814" providerId="AD" clId="Web-{8C4A8316-B5E4-512A-C506-956EFF936330}"/>
    <pc:docChg chg="addSld modSld">
      <pc:chgData name="Joseph Saunderson" userId="S::joseph.saunderson@evisions.com::4d5507eb-22ea-436c-9f7b-af90227d2814" providerId="AD" clId="Web-{8C4A8316-B5E4-512A-C506-956EFF936330}" dt="2026-06-10T19:54:44.135" v="372" actId="20577"/>
      <pc:docMkLst>
        <pc:docMk/>
      </pc:docMkLst>
      <pc:sldChg chg="addSp modSp mod setBg">
        <pc:chgData name="Joseph Saunderson" userId="S::joseph.saunderson@evisions.com::4d5507eb-22ea-436c-9f7b-af90227d2814" providerId="AD" clId="Web-{8C4A8316-B5E4-512A-C506-956EFF936330}" dt="2026-06-10T17:15:57.876" v="138"/>
        <pc:sldMkLst>
          <pc:docMk/>
          <pc:sldMk cId="109857222" sldId="256"/>
        </pc:sldMkLst>
        <pc:spChg chg="mo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8" creationId="{6F5A5072-7B47-4D32-B52A-4EBBF590B8A5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10" creationId="{9715DAF0-AE1B-46C9-8A6B-DB2AA05AB91D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12" creationId="{6016219D-510E-4184-9090-6D5578A87BD1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14" creationId="{AFF4A713-7B75-4B21-90D7-5AB19547C728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7:15:57.876" v="138"/>
          <ac:spMkLst>
            <pc:docMk/>
            <pc:sldMk cId="109857222" sldId="256"/>
            <ac:spMk id="18" creationId="{C29501E6-A978-4A61-9689-9085AF97A53A}"/>
          </ac:spMkLst>
        </pc:spChg>
      </pc:sldChg>
      <pc:sldChg chg="addSp delSp modSp new mod setBg">
        <pc:chgData name="Joseph Saunderson" userId="S::joseph.saunderson@evisions.com::4d5507eb-22ea-436c-9f7b-af90227d2814" providerId="AD" clId="Web-{8C4A8316-B5E4-512A-C506-956EFF936330}" dt="2026-06-10T16:55:00.583" v="105"/>
        <pc:sldMkLst>
          <pc:docMk/>
          <pc:sldMk cId="3245108625" sldId="257"/>
        </pc:sldMkLst>
        <pc:spChg chg="mo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2" creationId="{9EE3796E-4ABE-8640-69DF-3A7EA39CD86D}"/>
          </ac:spMkLst>
        </pc:spChg>
        <pc:spChg chg="del mo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3" creationId="{787C493C-9A08-B2BB-E5A7-A4F34A68D17C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9" creationId="{BACC6370-2D7E-4714-9D71-7542949D7D5D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11" creationId="{256B2C21-A230-48C0-8DF1-C46611373C44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13" creationId="{3847E18C-932D-4C95-AABA-FEC7C9499AD7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15" creationId="{3150CB11-0C61-439E-910F-5787759E72A0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17" creationId="{43F8A58B-5155-44CE-A5FF-7647B47D0A7A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5:00.583" v="105"/>
          <ac:spMkLst>
            <pc:docMk/>
            <pc:sldMk cId="3245108625" sldId="257"/>
            <ac:spMk id="19" creationId="{443F2ACA-E6D6-4028-82DD-F03C262D5DE6}"/>
          </ac:spMkLst>
        </pc:spChg>
        <pc:graphicFrameChg chg="add">
          <ac:chgData name="Joseph Saunderson" userId="S::joseph.saunderson@evisions.com::4d5507eb-22ea-436c-9f7b-af90227d2814" providerId="AD" clId="Web-{8C4A8316-B5E4-512A-C506-956EFF936330}" dt="2026-06-10T16:55:00.583" v="105"/>
          <ac:graphicFrameMkLst>
            <pc:docMk/>
            <pc:sldMk cId="3245108625" sldId="257"/>
            <ac:graphicFrameMk id="5" creationId="{1EE9AF5D-EB20-867B-6196-4C3AE50B2413}"/>
          </ac:graphicFrameMkLst>
        </pc:graphicFrameChg>
      </pc:sldChg>
      <pc:sldChg chg="addSp delSp modSp new mod setBg">
        <pc:chgData name="Joseph Saunderson" userId="S::joseph.saunderson@evisions.com::4d5507eb-22ea-436c-9f7b-af90227d2814" providerId="AD" clId="Web-{8C4A8316-B5E4-512A-C506-956EFF936330}" dt="2026-06-10T16:54:52.599" v="104"/>
        <pc:sldMkLst>
          <pc:docMk/>
          <pc:sldMk cId="1940604930" sldId="258"/>
        </pc:sldMkLst>
        <pc:spChg chg="mo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2" creationId="{1D289D2F-14EC-5E39-94F5-0073ACBAE7AB}"/>
          </ac:spMkLst>
        </pc:spChg>
        <pc:spChg chg="del">
          <ac:chgData name="Joseph Saunderson" userId="S::joseph.saunderson@evisions.com::4d5507eb-22ea-436c-9f7b-af90227d2814" providerId="AD" clId="Web-{8C4A8316-B5E4-512A-C506-956EFF936330}" dt="2026-06-10T16:54:19.646" v="98"/>
          <ac:spMkLst>
            <pc:docMk/>
            <pc:sldMk cId="1940604930" sldId="258"/>
            <ac:spMk id="3" creationId="{6A65C2DD-5594-E5A2-9F83-910A72BC88C3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8" creationId="{B5C42A25-2E2F-0AB5-C8C9-D8EC0FA474B3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11" creationId="{C4285719-470E-454C-AF62-8323075F1F5B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13" creationId="{CD9FE4EF-C4D8-49A0-B2FF-81D8DB7D8A24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15" creationId="{4300840D-0A0B-4512-BACA-B439D5B9C57C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17" creationId="{D2B78728-A580-49A7-84F9-6EF6F583ADE0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19" creationId="{38FAA1A1-D861-433F-88FA-1E9D6FD31D11}"/>
          </ac:spMkLst>
        </pc:spChg>
        <pc:spChg chg="add">
          <ac:chgData name="Joseph Saunderson" userId="S::joseph.saunderson@evisions.com::4d5507eb-22ea-436c-9f7b-af90227d2814" providerId="AD" clId="Web-{8C4A8316-B5E4-512A-C506-956EFF936330}" dt="2026-06-10T16:54:52.599" v="104"/>
          <ac:spMkLst>
            <pc:docMk/>
            <pc:sldMk cId="1940604930" sldId="258"/>
            <ac:spMk id="21" creationId="{8D71EDA1-87BF-4D5D-AB79-F346FD19278A}"/>
          </ac:spMkLst>
        </pc:spChg>
        <pc:picChg chg="add mod ord">
          <ac:chgData name="Joseph Saunderson" userId="S::joseph.saunderson@evisions.com::4d5507eb-22ea-436c-9f7b-af90227d2814" providerId="AD" clId="Web-{8C4A8316-B5E4-512A-C506-956EFF936330}" dt="2026-06-10T16:54:52.599" v="104"/>
          <ac:picMkLst>
            <pc:docMk/>
            <pc:sldMk cId="1940604930" sldId="258"/>
            <ac:picMk id="4" creationId="{946C0F82-40CE-AC97-9A7C-AD6EFC4DB2D9}"/>
          </ac:picMkLst>
        </pc:picChg>
      </pc:sldChg>
      <pc:sldChg chg="modSp new">
        <pc:chgData name="Joseph Saunderson" userId="S::joseph.saunderson@evisions.com::4d5507eb-22ea-436c-9f7b-af90227d2814" providerId="AD" clId="Web-{8C4A8316-B5E4-512A-C506-956EFF936330}" dt="2026-06-10T19:54:44.135" v="372" actId="20577"/>
        <pc:sldMkLst>
          <pc:docMk/>
          <pc:sldMk cId="2205190766" sldId="259"/>
        </pc:sldMkLst>
        <pc:spChg chg="mod">
          <ac:chgData name="Joseph Saunderson" userId="S::joseph.saunderson@evisions.com::4d5507eb-22ea-436c-9f7b-af90227d2814" providerId="AD" clId="Web-{8C4A8316-B5E4-512A-C506-956EFF936330}" dt="2026-06-10T18:33:36.050" v="209" actId="20577"/>
          <ac:spMkLst>
            <pc:docMk/>
            <pc:sldMk cId="2205190766" sldId="259"/>
            <ac:spMk id="2" creationId="{DC8B1ECF-991D-3CAE-DBAF-7D09C175E35A}"/>
          </ac:spMkLst>
        </pc:spChg>
        <pc:spChg chg="mod">
          <ac:chgData name="Joseph Saunderson" userId="S::joseph.saunderson@evisions.com::4d5507eb-22ea-436c-9f7b-af90227d2814" providerId="AD" clId="Web-{8C4A8316-B5E4-512A-C506-956EFF936330}" dt="2026-06-10T19:54:44.135" v="372" actId="20577"/>
          <ac:spMkLst>
            <pc:docMk/>
            <pc:sldMk cId="2205190766" sldId="259"/>
            <ac:spMk id="3" creationId="{D7BC0C7A-2A67-DC8C-213B-B3C911A9D2EF}"/>
          </ac:spMkLst>
        </pc:spChg>
      </pc:sldChg>
      <pc:sldChg chg="modSp new">
        <pc:chgData name="Joseph Saunderson" userId="S::joseph.saunderson@evisions.com::4d5507eb-22ea-436c-9f7b-af90227d2814" providerId="AD" clId="Web-{8C4A8316-B5E4-512A-C506-956EFF936330}" dt="2026-06-10T18:30:30.143" v="187" actId="20577"/>
        <pc:sldMkLst>
          <pc:docMk/>
          <pc:sldMk cId="1909158133" sldId="260"/>
        </pc:sldMkLst>
        <pc:spChg chg="mod">
          <ac:chgData name="Joseph Saunderson" userId="S::joseph.saunderson@evisions.com::4d5507eb-22ea-436c-9f7b-af90227d2814" providerId="AD" clId="Web-{8C4A8316-B5E4-512A-C506-956EFF936330}" dt="2026-06-10T18:30:30.143" v="187" actId="20577"/>
          <ac:spMkLst>
            <pc:docMk/>
            <pc:sldMk cId="1909158133" sldId="260"/>
            <ac:spMk id="2" creationId="{99DF13F9-F94C-0FB4-F5D6-8283B0721CD2}"/>
          </ac:spMkLst>
        </pc:spChg>
      </pc:sldChg>
    </pc:docChg>
  </pc:docChgLst>
  <pc:docChgLst>
    <pc:chgData name="Joseph Saunderson" userId="S::joseph.saunderson@evisions.com::4d5507eb-22ea-436c-9f7b-af90227d2814" providerId="AD" clId="Web-{81D3B8B9-AC11-69C4-14E0-AB49D882E3CA}"/>
    <pc:docChg chg="modSld">
      <pc:chgData name="Joseph Saunderson" userId="S::joseph.saunderson@evisions.com::4d5507eb-22ea-436c-9f7b-af90227d2814" providerId="AD" clId="Web-{81D3B8B9-AC11-69C4-14E0-AB49D882E3CA}" dt="2026-06-11T17:10:59.923" v="2" actId="20577"/>
      <pc:docMkLst>
        <pc:docMk/>
      </pc:docMkLst>
      <pc:sldChg chg="modSp">
        <pc:chgData name="Joseph Saunderson" userId="S::joseph.saunderson@evisions.com::4d5507eb-22ea-436c-9f7b-af90227d2814" providerId="AD" clId="Web-{81D3B8B9-AC11-69C4-14E0-AB49D882E3CA}" dt="2026-06-11T17:10:59.923" v="2" actId="20577"/>
        <pc:sldMkLst>
          <pc:docMk/>
          <pc:sldMk cId="3245108625" sldId="257"/>
        </pc:sldMkLst>
        <pc:spChg chg="mod">
          <ac:chgData name="Joseph Saunderson" userId="S::joseph.saunderson@evisions.com::4d5507eb-22ea-436c-9f7b-af90227d2814" providerId="AD" clId="Web-{81D3B8B9-AC11-69C4-14E0-AB49D882E3CA}" dt="2026-06-11T17:10:59.923" v="2" actId="20577"/>
          <ac:spMkLst>
            <pc:docMk/>
            <pc:sldMk cId="3245108625" sldId="257"/>
            <ac:spMk id="2" creationId="{9EE3796E-4ABE-8640-69DF-3A7EA39CD86D}"/>
          </ac:spMkLst>
        </pc:spChg>
      </pc:sldChg>
      <pc:sldChg chg="modSp">
        <pc:chgData name="Joseph Saunderson" userId="S::joseph.saunderson@evisions.com::4d5507eb-22ea-436c-9f7b-af90227d2814" providerId="AD" clId="Web-{81D3B8B9-AC11-69C4-14E0-AB49D882E3CA}" dt="2026-06-11T16:06:55.824" v="0" actId="20577"/>
        <pc:sldMkLst>
          <pc:docMk/>
          <pc:sldMk cId="3141330235" sldId="261"/>
        </pc:sldMkLst>
        <pc:spChg chg="mod">
          <ac:chgData name="Joseph Saunderson" userId="S::joseph.saunderson@evisions.com::4d5507eb-22ea-436c-9f7b-af90227d2814" providerId="AD" clId="Web-{81D3B8B9-AC11-69C4-14E0-AB49D882E3CA}" dt="2026-06-11T16:06:55.824" v="0" actId="20577"/>
          <ac:spMkLst>
            <pc:docMk/>
            <pc:sldMk cId="3141330235" sldId="261"/>
            <ac:spMk id="2" creationId="{D58AD55E-FC9B-D241-C6FD-769B944CE5BA}"/>
          </ac:spMkLst>
        </pc:spChg>
      </pc:sldChg>
    </pc:docChg>
  </pc:docChgLst>
  <pc:docChgLst>
    <pc:chgData name="Evan Stansel" userId="S::evan.stansel@evisions.com::3f808029-cb1c-4423-8835-2e197d1ade33" providerId="AD" clId="Web-{3B06F300-FC27-0400-046C-581D3B765A40}"/>
    <pc:docChg chg="addSld delSld modSld sldOrd">
      <pc:chgData name="Evan Stansel" userId="S::evan.stansel@evisions.com::3f808029-cb1c-4423-8835-2e197d1ade33" providerId="AD" clId="Web-{3B06F300-FC27-0400-046C-581D3B765A40}" dt="2026-06-11T03:04:36.827" v="994" actId="20577"/>
      <pc:docMkLst>
        <pc:docMk/>
      </pc:docMkLst>
      <pc:sldChg chg="modSp">
        <pc:chgData name="Evan Stansel" userId="S::evan.stansel@evisions.com::3f808029-cb1c-4423-8835-2e197d1ade33" providerId="AD" clId="Web-{3B06F300-FC27-0400-046C-581D3B765A40}" dt="2026-06-11T02:38:00.067" v="53" actId="20577"/>
        <pc:sldMkLst>
          <pc:docMk/>
          <pc:sldMk cId="109857222" sldId="256"/>
        </pc:sldMkLst>
        <pc:spChg chg="mod">
          <ac:chgData name="Evan Stansel" userId="S::evan.stansel@evisions.com::3f808029-cb1c-4423-8835-2e197d1ade33" providerId="AD" clId="Web-{3B06F300-FC27-0400-046C-581D3B765A40}" dt="2026-06-11T02:38:00.067" v="5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Evan Stansel" userId="S::evan.stansel@evisions.com::3f808029-cb1c-4423-8835-2e197d1ade33" providerId="AD" clId="Web-{3B06F300-FC27-0400-046C-581D3B765A40}" dt="2026-06-11T03:02:27.978" v="913" actId="20577"/>
        <pc:sldMkLst>
          <pc:docMk/>
          <pc:sldMk cId="3245108625" sldId="257"/>
        </pc:sldMkLst>
        <pc:graphicFrameChg chg="modGraphic">
          <ac:chgData name="Evan Stansel" userId="S::evan.stansel@evisions.com::3f808029-cb1c-4423-8835-2e197d1ade33" providerId="AD" clId="Web-{3B06F300-FC27-0400-046C-581D3B765A40}" dt="2026-06-11T03:02:27.978" v="913" actId="20577"/>
          <ac:graphicFrameMkLst>
            <pc:docMk/>
            <pc:sldMk cId="3245108625" sldId="257"/>
            <ac:graphicFrameMk id="5" creationId="{1EE9AF5D-EB20-867B-6196-4C3AE50B2413}"/>
          </ac:graphicFrameMkLst>
        </pc:graphicFrameChg>
      </pc:sldChg>
      <pc:sldChg chg="modSp">
        <pc:chgData name="Evan Stansel" userId="S::evan.stansel@evisions.com::3f808029-cb1c-4423-8835-2e197d1ade33" providerId="AD" clId="Web-{3B06F300-FC27-0400-046C-581D3B765A40}" dt="2026-06-11T03:03:44.012" v="973" actId="20577"/>
        <pc:sldMkLst>
          <pc:docMk/>
          <pc:sldMk cId="2205190766" sldId="259"/>
        </pc:sldMkLst>
        <pc:graphicFrameChg chg="modGraphic">
          <ac:chgData name="Evan Stansel" userId="S::evan.stansel@evisions.com::3f808029-cb1c-4423-8835-2e197d1ade33" providerId="AD" clId="Web-{3B06F300-FC27-0400-046C-581D3B765A40}" dt="2026-06-11T03:03:44.012" v="973" actId="20577"/>
          <ac:graphicFrameMkLst>
            <pc:docMk/>
            <pc:sldMk cId="2205190766" sldId="259"/>
            <ac:graphicFrameMk id="37" creationId="{50183EAF-3D41-F4E5-08FE-B1AF9BF9E9E6}"/>
          </ac:graphicFrameMkLst>
        </pc:graphicFrameChg>
      </pc:sldChg>
      <pc:sldChg chg="modSp">
        <pc:chgData name="Evan Stansel" userId="S::evan.stansel@evisions.com::3f808029-cb1c-4423-8835-2e197d1ade33" providerId="AD" clId="Web-{3B06F300-FC27-0400-046C-581D3B765A40}" dt="2026-06-11T03:04:07.310" v="982" actId="20577"/>
        <pc:sldMkLst>
          <pc:docMk/>
          <pc:sldMk cId="3141330235" sldId="261"/>
        </pc:sldMkLst>
        <pc:graphicFrameChg chg="modGraphic">
          <ac:chgData name="Evan Stansel" userId="S::evan.stansel@evisions.com::3f808029-cb1c-4423-8835-2e197d1ade33" providerId="AD" clId="Web-{3B06F300-FC27-0400-046C-581D3B765A40}" dt="2026-06-11T03:04:07.310" v="982" actId="20577"/>
          <ac:graphicFrameMkLst>
            <pc:docMk/>
            <pc:sldMk cId="3141330235" sldId="261"/>
            <ac:graphicFrameMk id="21" creationId="{A0FEE793-837F-B226-F276-B0DE6400D6D4}"/>
          </ac:graphicFrameMkLst>
        </pc:graphicFrameChg>
      </pc:sldChg>
      <pc:sldChg chg="modSp">
        <pc:chgData name="Evan Stansel" userId="S::evan.stansel@evisions.com::3f808029-cb1c-4423-8835-2e197d1ade33" providerId="AD" clId="Web-{3B06F300-FC27-0400-046C-581D3B765A40}" dt="2026-06-11T02:38:45.444" v="54" actId="20577"/>
        <pc:sldMkLst>
          <pc:docMk/>
          <pc:sldMk cId="953086074" sldId="262"/>
        </pc:sldMkLst>
        <pc:spChg chg="mod">
          <ac:chgData name="Evan Stansel" userId="S::evan.stansel@evisions.com::3f808029-cb1c-4423-8835-2e197d1ade33" providerId="AD" clId="Web-{3B06F300-FC27-0400-046C-581D3B765A40}" dt="2026-06-11T02:38:45.444" v="54" actId="20577"/>
          <ac:spMkLst>
            <pc:docMk/>
            <pc:sldMk cId="953086074" sldId="262"/>
            <ac:spMk id="52" creationId="{D5310CAA-97A8-C438-2321-268E8A362968}"/>
          </ac:spMkLst>
        </pc:spChg>
      </pc:sldChg>
      <pc:sldChg chg="modSp ord">
        <pc:chgData name="Evan Stansel" userId="S::evan.stansel@evisions.com::3f808029-cb1c-4423-8835-2e197d1ade33" providerId="AD" clId="Web-{3B06F300-FC27-0400-046C-581D3B765A40}" dt="2026-06-11T03:02:57.026" v="918"/>
        <pc:sldMkLst>
          <pc:docMk/>
          <pc:sldMk cId="3046257451" sldId="263"/>
        </pc:sldMkLst>
        <pc:graphicFrameChg chg="modGraphic">
          <ac:chgData name="Evan Stansel" userId="S::evan.stansel@evisions.com::3f808029-cb1c-4423-8835-2e197d1ade33" providerId="AD" clId="Web-{3B06F300-FC27-0400-046C-581D3B765A40}" dt="2026-06-11T02:53:11.912" v="492" actId="20577"/>
          <ac:graphicFrameMkLst>
            <pc:docMk/>
            <pc:sldMk cId="3046257451" sldId="263"/>
            <ac:graphicFrameMk id="20" creationId="{54971322-8BCB-C1DE-BC37-EE54921F3921}"/>
          </ac:graphicFrameMkLst>
        </pc:graphicFrameChg>
      </pc:sldChg>
      <pc:sldChg chg="new del">
        <pc:chgData name="Evan Stansel" userId="S::evan.stansel@evisions.com::3f808029-cb1c-4423-8835-2e197d1ade33" providerId="AD" clId="Web-{3B06F300-FC27-0400-046C-581D3B765A40}" dt="2026-06-11T02:53:50.023" v="495"/>
        <pc:sldMkLst>
          <pc:docMk/>
          <pc:sldMk cId="238802595" sldId="264"/>
        </pc:sldMkLst>
      </pc:sldChg>
      <pc:sldChg chg="modSp add replId">
        <pc:chgData name="Evan Stansel" userId="S::evan.stansel@evisions.com::3f808029-cb1c-4423-8835-2e197d1ade33" providerId="AD" clId="Web-{3B06F300-FC27-0400-046C-581D3B765A40}" dt="2026-06-11T03:04:36.827" v="994" actId="20577"/>
        <pc:sldMkLst>
          <pc:docMk/>
          <pc:sldMk cId="1576434903" sldId="265"/>
        </pc:sldMkLst>
        <pc:spChg chg="mod">
          <ac:chgData name="Evan Stansel" userId="S::evan.stansel@evisions.com::3f808029-cb1c-4423-8835-2e197d1ade33" providerId="AD" clId="Web-{3B06F300-FC27-0400-046C-581D3B765A40}" dt="2026-06-11T02:54:00.992" v="507" actId="20577"/>
          <ac:spMkLst>
            <pc:docMk/>
            <pc:sldMk cId="1576434903" sldId="265"/>
            <ac:spMk id="2" creationId="{F4A8FBF0-04BB-C17F-CF5D-B21F5DDE4F21}"/>
          </ac:spMkLst>
        </pc:spChg>
        <pc:graphicFrameChg chg="modGraphic">
          <ac:chgData name="Evan Stansel" userId="S::evan.stansel@evisions.com::3f808029-cb1c-4423-8835-2e197d1ade33" providerId="AD" clId="Web-{3B06F300-FC27-0400-046C-581D3B765A40}" dt="2026-06-11T03:04:36.827" v="994" actId="20577"/>
          <ac:graphicFrameMkLst>
            <pc:docMk/>
            <pc:sldMk cId="1576434903" sldId="265"/>
            <ac:graphicFrameMk id="20" creationId="{27CAEE82-85CF-904D-BB49-0E1D0FB93B2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8E254-122F-4793-AEDD-3C9163FAF68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8271AC-F633-45A1-B412-E4871252AA9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MAPS stands for Multiple Application Platform Server</a:t>
          </a:r>
        </a:p>
      </dgm:t>
    </dgm:pt>
    <dgm:pt modelId="{2C01BCE1-A081-468C-93B9-3B98902B6925}" type="parTrans" cxnId="{9E03DCB3-CCCD-4DBD-9985-E3D2E0D445B0}">
      <dgm:prSet/>
      <dgm:spPr/>
      <dgm:t>
        <a:bodyPr/>
        <a:lstStyle/>
        <a:p>
          <a:endParaRPr lang="en-US"/>
        </a:p>
      </dgm:t>
    </dgm:pt>
    <dgm:pt modelId="{F7B97E77-9A2C-4A45-9D14-4F53F12A2C89}" type="sibTrans" cxnId="{9E03DCB3-CCCD-4DBD-9985-E3D2E0D445B0}">
      <dgm:prSet/>
      <dgm:spPr/>
      <dgm:t>
        <a:bodyPr/>
        <a:lstStyle/>
        <a:p>
          <a:endParaRPr lang="en-US"/>
        </a:p>
      </dgm:t>
    </dgm:pt>
    <dgm:pt modelId="{BD0B1F29-B3A3-4EBC-B251-2CA7318DEDC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/>
              <a:ea typeface="+mn-ea"/>
              <a:cs typeface="+mn-cs"/>
            </a:rPr>
            <a:t>Windows Service which deploys the MAPS suite of </a:t>
          </a:r>
          <a:r>
            <a:rPr lang="en-US" sz="1700" err="1">
              <a:solidFill>
                <a:srgbClr val="FFFFFF"/>
              </a:solidFill>
              <a:latin typeface="Aptos"/>
              <a:ea typeface="+mn-ea"/>
              <a:cs typeface="+mn-cs"/>
            </a:rPr>
            <a:t>Evisions</a:t>
          </a:r>
          <a:r>
            <a:rPr lang="en-US" sz="1700">
              <a:solidFill>
                <a:srgbClr val="FFFFFF"/>
              </a:solidFill>
              <a:latin typeface="Aptos"/>
              <a:ea typeface="+mn-ea"/>
              <a:cs typeface="+mn-cs"/>
            </a:rPr>
            <a:t> products </a:t>
          </a:r>
        </a:p>
      </dgm:t>
    </dgm:pt>
    <dgm:pt modelId="{99CFF91C-CB2E-45CF-A530-231F37A531CF}" type="parTrans" cxnId="{B0381E5A-BAB4-4F64-AA01-07C45D159024}">
      <dgm:prSet/>
      <dgm:spPr/>
      <dgm:t>
        <a:bodyPr/>
        <a:lstStyle/>
        <a:p>
          <a:endParaRPr lang="en-US"/>
        </a:p>
      </dgm:t>
    </dgm:pt>
    <dgm:pt modelId="{A20EF2C0-4FF5-4AED-96B2-E88E3608B2FC}" type="sibTrans" cxnId="{B0381E5A-BAB4-4F64-AA01-07C45D159024}">
      <dgm:prSet/>
      <dgm:spPr/>
      <dgm:t>
        <a:bodyPr/>
        <a:lstStyle/>
        <a:p>
          <a:endParaRPr lang="en-US"/>
        </a:p>
      </dgm:t>
    </dgm:pt>
    <dgm:pt modelId="{1CEBFD37-44AB-40FA-9A2D-65C39DDC8820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MAPS Configuration Tool provides a single point of administration for all the products  </a:t>
          </a:r>
        </a:p>
      </dgm:t>
    </dgm:pt>
    <dgm:pt modelId="{92C4117A-9C87-46FA-B3C0-1702E14269DF}" type="parTrans" cxnId="{A484A89D-8E3C-495F-B5A6-D74531711D77}">
      <dgm:prSet/>
      <dgm:spPr/>
      <dgm:t>
        <a:bodyPr/>
        <a:lstStyle/>
        <a:p>
          <a:endParaRPr lang="en-US"/>
        </a:p>
      </dgm:t>
    </dgm:pt>
    <dgm:pt modelId="{8B9F92AE-A6C2-453C-80AC-28D4DAE2E1D0}" type="sibTrans" cxnId="{A484A89D-8E3C-495F-B5A6-D74531711D77}">
      <dgm:prSet/>
      <dgm:spPr/>
      <dgm:t>
        <a:bodyPr/>
        <a:lstStyle/>
        <a:p>
          <a:endParaRPr lang="en-US"/>
        </a:p>
      </dgm:t>
    </dgm:pt>
    <dgm:pt modelId="{D7BDADCC-986A-4F59-8C6A-B55C57027761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Hosts applications such as Argos, FormFusion, IntelleCheck</a:t>
          </a:r>
        </a:p>
      </dgm:t>
    </dgm:pt>
    <dgm:pt modelId="{2764ABA5-8B01-422A-88D1-FBC6F9E0AD9D}" type="parTrans" cxnId="{34F49139-4BD5-424B-A3B7-70B7E7375A62}">
      <dgm:prSet/>
      <dgm:spPr/>
      <dgm:t>
        <a:bodyPr/>
        <a:lstStyle/>
        <a:p>
          <a:endParaRPr lang="en-US"/>
        </a:p>
      </dgm:t>
    </dgm:pt>
    <dgm:pt modelId="{420C92CC-BAF4-48D6-9555-2CDB26ABFDB3}" type="sibTrans" cxnId="{34F49139-4BD5-424B-A3B7-70B7E7375A62}">
      <dgm:prSet/>
      <dgm:spPr/>
      <dgm:t>
        <a:bodyPr/>
        <a:lstStyle/>
        <a:p>
          <a:endParaRPr lang="en-US"/>
        </a:p>
      </dgm:t>
    </dgm:pt>
    <dgm:pt modelId="{3F7A7921-5B72-42DA-BC8D-80DFB437406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Central management of resources used by the products (database configuration, users, groups, printers and various security tasks).</a:t>
          </a:r>
        </a:p>
      </dgm:t>
    </dgm:pt>
    <dgm:pt modelId="{22998E10-3092-441B-A3F9-AC7EAEBF9391}" type="parTrans" cxnId="{A5C6771D-E9AB-4033-A4A9-34F7FF7E8EC3}">
      <dgm:prSet/>
      <dgm:spPr/>
      <dgm:t>
        <a:bodyPr/>
        <a:lstStyle/>
        <a:p>
          <a:endParaRPr lang="en-US"/>
        </a:p>
      </dgm:t>
    </dgm:pt>
    <dgm:pt modelId="{3D210713-3A33-4639-B24E-266399940DF9}" type="sibTrans" cxnId="{A5C6771D-E9AB-4033-A4A9-34F7FF7E8EC3}">
      <dgm:prSet/>
      <dgm:spPr/>
      <dgm:t>
        <a:bodyPr/>
        <a:lstStyle/>
        <a:p>
          <a:endParaRPr lang="en-US"/>
        </a:p>
      </dgm:t>
    </dgm:pt>
    <dgm:pt modelId="{3306B543-BCA2-4820-A7BA-4CDB29C30706}">
      <dgm:prSet phldrT="[Text]"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Supports SQLite or Postgres database backend. Can be 32-bit or 64-b</a:t>
          </a:r>
        </a:p>
      </dgm:t>
    </dgm:pt>
    <dgm:pt modelId="{600EA527-9225-4674-A21E-12488AAAA79F}" type="parTrans" cxnId="{6A200782-F07E-43FD-BE99-EBBC4AFAA5CF}">
      <dgm:prSet/>
      <dgm:spPr/>
    </dgm:pt>
    <dgm:pt modelId="{BB184F35-42DD-4B51-B887-5AE5F5909678}" type="sibTrans" cxnId="{6A200782-F07E-43FD-BE99-EBBC4AFAA5CF}">
      <dgm:prSet/>
      <dgm:spPr/>
    </dgm:pt>
    <dgm:pt modelId="{E6C32E99-827E-4588-812D-811846CEA03B}" type="pres">
      <dgm:prSet presAssocID="{1C08E254-122F-4793-AEDD-3C9163FAF68D}" presName="linear" presStyleCnt="0">
        <dgm:presLayoutVars>
          <dgm:animLvl val="lvl"/>
          <dgm:resizeHandles val="exact"/>
        </dgm:presLayoutVars>
      </dgm:prSet>
      <dgm:spPr/>
    </dgm:pt>
    <dgm:pt modelId="{1862B936-5C29-4D52-8A09-C2DACB7D783C}" type="pres">
      <dgm:prSet presAssocID="{918271AC-F633-45A1-B412-E4871252AA9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6F3E9C8-86D3-4853-A57A-4C8417D0DE95}" type="pres">
      <dgm:prSet presAssocID="{F7B97E77-9A2C-4A45-9D14-4F53F12A2C89}" presName="spacer" presStyleCnt="0"/>
      <dgm:spPr/>
    </dgm:pt>
    <dgm:pt modelId="{CDC90CDC-8F7F-4771-BDCB-8BFDAFF4883D}" type="pres">
      <dgm:prSet presAssocID="{BD0B1F29-B3A3-4EBC-B251-2CA7318DEDC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2C304A4-5E44-452F-B703-C39CA82AD161}" type="pres">
      <dgm:prSet presAssocID="{A20EF2C0-4FF5-4AED-96B2-E88E3608B2FC}" presName="spacer" presStyleCnt="0"/>
      <dgm:spPr/>
    </dgm:pt>
    <dgm:pt modelId="{F81FEF8A-1BAB-4B0E-864F-98A4F71B92FE}" type="pres">
      <dgm:prSet presAssocID="{1CEBFD37-44AB-40FA-9A2D-65C39DDC88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D0B8BCE-492F-4879-8DC4-AF715E0E4556}" type="pres">
      <dgm:prSet presAssocID="{8B9F92AE-A6C2-453C-80AC-28D4DAE2E1D0}" presName="spacer" presStyleCnt="0"/>
      <dgm:spPr/>
    </dgm:pt>
    <dgm:pt modelId="{9F115115-30DE-4DF1-87AF-2AFCE6AD7893}" type="pres">
      <dgm:prSet presAssocID="{D7BDADCC-986A-4F59-8C6A-B55C5702776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146332A-9B2C-4D51-9338-589251045CF2}" type="pres">
      <dgm:prSet presAssocID="{420C92CC-BAF4-48D6-9555-2CDB26ABFDB3}" presName="spacer" presStyleCnt="0"/>
      <dgm:spPr/>
    </dgm:pt>
    <dgm:pt modelId="{6D004DD9-D66D-4D23-8AA4-372B38A0B80D}" type="pres">
      <dgm:prSet presAssocID="{3F7A7921-5B72-42DA-BC8D-80DFB437406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17C4DBA-5D79-438D-8B6A-FBA8A2EB084C}" type="pres">
      <dgm:prSet presAssocID="{3D210713-3A33-4639-B24E-266399940DF9}" presName="spacer" presStyleCnt="0"/>
      <dgm:spPr/>
    </dgm:pt>
    <dgm:pt modelId="{807E5A4E-036F-4725-8890-C369C6F87DD7}" type="pres">
      <dgm:prSet presAssocID="{3306B543-BCA2-4820-A7BA-4CDB29C3070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42C3408-6E54-4188-AAC0-426B3E416272}" type="presOf" srcId="{918271AC-F633-45A1-B412-E4871252AA9F}" destId="{1862B936-5C29-4D52-8A09-C2DACB7D783C}" srcOrd="0" destOrd="0" presId="urn:microsoft.com/office/officeart/2005/8/layout/vList2"/>
    <dgm:cxn modelId="{A5C6771D-E9AB-4033-A4A9-34F7FF7E8EC3}" srcId="{1C08E254-122F-4793-AEDD-3C9163FAF68D}" destId="{3F7A7921-5B72-42DA-BC8D-80DFB437406A}" srcOrd="4" destOrd="0" parTransId="{22998E10-3092-441B-A3F9-AC7EAEBF9391}" sibTransId="{3D210713-3A33-4639-B24E-266399940DF9}"/>
    <dgm:cxn modelId="{222BED2C-4DD3-4905-A191-155CAD467634}" type="presOf" srcId="{3F7A7921-5B72-42DA-BC8D-80DFB437406A}" destId="{6D004DD9-D66D-4D23-8AA4-372B38A0B80D}" srcOrd="0" destOrd="0" presId="urn:microsoft.com/office/officeart/2005/8/layout/vList2"/>
    <dgm:cxn modelId="{34F49139-4BD5-424B-A3B7-70B7E7375A62}" srcId="{1C08E254-122F-4793-AEDD-3C9163FAF68D}" destId="{D7BDADCC-986A-4F59-8C6A-B55C57027761}" srcOrd="3" destOrd="0" parTransId="{2764ABA5-8B01-422A-88D1-FBC6F9E0AD9D}" sibTransId="{420C92CC-BAF4-48D6-9555-2CDB26ABFDB3}"/>
    <dgm:cxn modelId="{3957C03D-0F53-4802-9B4E-2E1CE9D63EDC}" type="presOf" srcId="{D7BDADCC-986A-4F59-8C6A-B55C57027761}" destId="{9F115115-30DE-4DF1-87AF-2AFCE6AD7893}" srcOrd="0" destOrd="0" presId="urn:microsoft.com/office/officeart/2005/8/layout/vList2"/>
    <dgm:cxn modelId="{206C8751-3C63-4901-A62E-B102A5897041}" type="presOf" srcId="{1C08E254-122F-4793-AEDD-3C9163FAF68D}" destId="{E6C32E99-827E-4588-812D-811846CEA03B}" srcOrd="0" destOrd="0" presId="urn:microsoft.com/office/officeart/2005/8/layout/vList2"/>
    <dgm:cxn modelId="{B0381E5A-BAB4-4F64-AA01-07C45D159024}" srcId="{1C08E254-122F-4793-AEDD-3C9163FAF68D}" destId="{BD0B1F29-B3A3-4EBC-B251-2CA7318DEDCE}" srcOrd="1" destOrd="0" parTransId="{99CFF91C-CB2E-45CF-A530-231F37A531CF}" sibTransId="{A20EF2C0-4FF5-4AED-96B2-E88E3608B2FC}"/>
    <dgm:cxn modelId="{AC8BFE80-3BB5-42AF-906B-7CB6FEF78B7B}" type="presOf" srcId="{BD0B1F29-B3A3-4EBC-B251-2CA7318DEDCE}" destId="{CDC90CDC-8F7F-4771-BDCB-8BFDAFF4883D}" srcOrd="0" destOrd="0" presId="urn:microsoft.com/office/officeart/2005/8/layout/vList2"/>
    <dgm:cxn modelId="{6A200782-F07E-43FD-BE99-EBBC4AFAA5CF}" srcId="{1C08E254-122F-4793-AEDD-3C9163FAF68D}" destId="{3306B543-BCA2-4820-A7BA-4CDB29C30706}" srcOrd="5" destOrd="0" parTransId="{600EA527-9225-4674-A21E-12488AAAA79F}" sibTransId="{BB184F35-42DD-4B51-B887-5AE5F5909678}"/>
    <dgm:cxn modelId="{A484A89D-8E3C-495F-B5A6-D74531711D77}" srcId="{1C08E254-122F-4793-AEDD-3C9163FAF68D}" destId="{1CEBFD37-44AB-40FA-9A2D-65C39DDC8820}" srcOrd="2" destOrd="0" parTransId="{92C4117A-9C87-46FA-B3C0-1702E14269DF}" sibTransId="{8B9F92AE-A6C2-453C-80AC-28D4DAE2E1D0}"/>
    <dgm:cxn modelId="{9E03DCB3-CCCD-4DBD-9985-E3D2E0D445B0}" srcId="{1C08E254-122F-4793-AEDD-3C9163FAF68D}" destId="{918271AC-F633-45A1-B412-E4871252AA9F}" srcOrd="0" destOrd="0" parTransId="{2C01BCE1-A081-468C-93B9-3B98902B6925}" sibTransId="{F7B97E77-9A2C-4A45-9D14-4F53F12A2C89}"/>
    <dgm:cxn modelId="{87BA8AB4-C230-40C2-9156-1224A6C742ED}" type="presOf" srcId="{3306B543-BCA2-4820-A7BA-4CDB29C30706}" destId="{807E5A4E-036F-4725-8890-C369C6F87DD7}" srcOrd="0" destOrd="0" presId="urn:microsoft.com/office/officeart/2005/8/layout/vList2"/>
    <dgm:cxn modelId="{C0CC3DEC-D37B-4E96-9FDD-4F3FE61D6324}" type="presOf" srcId="{1CEBFD37-44AB-40FA-9A2D-65C39DDC8820}" destId="{F81FEF8A-1BAB-4B0E-864F-98A4F71B92FE}" srcOrd="0" destOrd="0" presId="urn:microsoft.com/office/officeart/2005/8/layout/vList2"/>
    <dgm:cxn modelId="{6C39EBBE-C116-4231-986C-A38CF24DC8DC}" type="presParOf" srcId="{E6C32E99-827E-4588-812D-811846CEA03B}" destId="{1862B936-5C29-4D52-8A09-C2DACB7D783C}" srcOrd="0" destOrd="0" presId="urn:microsoft.com/office/officeart/2005/8/layout/vList2"/>
    <dgm:cxn modelId="{E54222B4-A351-40DE-8EFD-CD8D77A72E90}" type="presParOf" srcId="{E6C32E99-827E-4588-812D-811846CEA03B}" destId="{F6F3E9C8-86D3-4853-A57A-4C8417D0DE95}" srcOrd="1" destOrd="0" presId="urn:microsoft.com/office/officeart/2005/8/layout/vList2"/>
    <dgm:cxn modelId="{20EB53FA-618C-4CE7-B443-338D056AB927}" type="presParOf" srcId="{E6C32E99-827E-4588-812D-811846CEA03B}" destId="{CDC90CDC-8F7F-4771-BDCB-8BFDAFF4883D}" srcOrd="2" destOrd="0" presId="urn:microsoft.com/office/officeart/2005/8/layout/vList2"/>
    <dgm:cxn modelId="{41735EDF-FBB2-499F-B45E-4339547CD09D}" type="presParOf" srcId="{E6C32E99-827E-4588-812D-811846CEA03B}" destId="{D2C304A4-5E44-452F-B703-C39CA82AD161}" srcOrd="3" destOrd="0" presId="urn:microsoft.com/office/officeart/2005/8/layout/vList2"/>
    <dgm:cxn modelId="{90801298-F506-4D46-8EE1-A85BB97A6CEC}" type="presParOf" srcId="{E6C32E99-827E-4588-812D-811846CEA03B}" destId="{F81FEF8A-1BAB-4B0E-864F-98A4F71B92FE}" srcOrd="4" destOrd="0" presId="urn:microsoft.com/office/officeart/2005/8/layout/vList2"/>
    <dgm:cxn modelId="{4F1651F5-6B63-48E9-8A32-CD223959EFFA}" type="presParOf" srcId="{E6C32E99-827E-4588-812D-811846CEA03B}" destId="{ED0B8BCE-492F-4879-8DC4-AF715E0E4556}" srcOrd="5" destOrd="0" presId="urn:microsoft.com/office/officeart/2005/8/layout/vList2"/>
    <dgm:cxn modelId="{F6DD92DB-1B77-4132-AA04-8CB0B7FE23DB}" type="presParOf" srcId="{E6C32E99-827E-4588-812D-811846CEA03B}" destId="{9F115115-30DE-4DF1-87AF-2AFCE6AD7893}" srcOrd="6" destOrd="0" presId="urn:microsoft.com/office/officeart/2005/8/layout/vList2"/>
    <dgm:cxn modelId="{CB4B2ADA-4525-42A3-9E96-616B0657A806}" type="presParOf" srcId="{E6C32E99-827E-4588-812D-811846CEA03B}" destId="{2146332A-9B2C-4D51-9338-589251045CF2}" srcOrd="7" destOrd="0" presId="urn:microsoft.com/office/officeart/2005/8/layout/vList2"/>
    <dgm:cxn modelId="{DB7C708C-4C0C-4795-A0C2-B320FF0AE88C}" type="presParOf" srcId="{E6C32E99-827E-4588-812D-811846CEA03B}" destId="{6D004DD9-D66D-4D23-8AA4-372B38A0B80D}" srcOrd="8" destOrd="0" presId="urn:microsoft.com/office/officeart/2005/8/layout/vList2"/>
    <dgm:cxn modelId="{18B69AF2-5585-4F3E-82D7-32D3351C491B}" type="presParOf" srcId="{E6C32E99-827E-4588-812D-811846CEA03B}" destId="{317C4DBA-5D79-438D-8B6A-FBA8A2EB084C}" srcOrd="9" destOrd="0" presId="urn:microsoft.com/office/officeart/2005/8/layout/vList2"/>
    <dgm:cxn modelId="{D04C29C6-3254-4BCF-9861-E3788BB23624}" type="presParOf" srcId="{E6C32E99-827E-4588-812D-811846CEA03B}" destId="{807E5A4E-036F-4725-8890-C369C6F87DD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1A6260-AE13-4542-8FD2-0EEE3E2CE3A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2773B8-5DC9-4287-AAE5-FAFD82A2549C}">
      <dgm:prSet/>
      <dgm:spPr/>
      <dgm:t>
        <a:bodyPr/>
        <a:lstStyle/>
        <a:p>
          <a:pPr rtl="0"/>
          <a:r>
            <a:rPr lang="en-US"/>
            <a:t>Create a </a:t>
          </a:r>
          <a:r>
            <a:rPr lang="en-US">
              <a:latin typeface="Aptos Display" panose="020F0302020204030204"/>
            </a:rPr>
            <a:t>comprehensive Test</a:t>
          </a:r>
          <a:r>
            <a:rPr lang="en-US"/>
            <a:t> plan</a:t>
          </a:r>
        </a:p>
      </dgm:t>
    </dgm:pt>
    <dgm:pt modelId="{F372FC8D-17B5-40FD-9C3A-1CA9D7458E16}" type="parTrans" cxnId="{BDFA77DC-6F32-465E-91F4-BD08067CE6D7}">
      <dgm:prSet/>
      <dgm:spPr/>
      <dgm:t>
        <a:bodyPr/>
        <a:lstStyle/>
        <a:p>
          <a:endParaRPr lang="en-US"/>
        </a:p>
      </dgm:t>
    </dgm:pt>
    <dgm:pt modelId="{177C41F0-600F-4D69-A7B5-0C4C1BD0FA78}" type="sibTrans" cxnId="{BDFA77DC-6F32-465E-91F4-BD08067CE6D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8438632-7A79-4164-B1FC-A1742FE3227E}">
      <dgm:prSet/>
      <dgm:spPr/>
      <dgm:t>
        <a:bodyPr/>
        <a:lstStyle/>
        <a:p>
          <a:pPr rtl="0"/>
          <a:r>
            <a:rPr lang="en-US" sz="1800"/>
            <a:t>Write </a:t>
          </a:r>
          <a:r>
            <a:rPr lang="en-US" sz="1800">
              <a:latin typeface="Aptos Display" panose="020F0302020204030204"/>
            </a:rPr>
            <a:t>"happy path" automation</a:t>
          </a:r>
          <a:r>
            <a:rPr lang="en-US" sz="1800"/>
            <a:t> </a:t>
          </a:r>
          <a:r>
            <a:rPr lang="en-US" sz="1800">
              <a:latin typeface="Aptos Display" panose="020F0302020204030204"/>
            </a:rPr>
            <a:t>tests</a:t>
          </a:r>
          <a:endParaRPr lang="en-US" sz="1800"/>
        </a:p>
      </dgm:t>
    </dgm:pt>
    <dgm:pt modelId="{4485C510-3A63-432E-BBD3-DD8B95B2883C}" type="parTrans" cxnId="{6401BC5D-E0B1-4D7E-86D7-8429C792ADA7}">
      <dgm:prSet/>
      <dgm:spPr/>
      <dgm:t>
        <a:bodyPr/>
        <a:lstStyle/>
        <a:p>
          <a:endParaRPr lang="en-US"/>
        </a:p>
      </dgm:t>
    </dgm:pt>
    <dgm:pt modelId="{43D94DDA-328F-4B35-951C-E36DEBFC044D}" type="sibTrans" cxnId="{6401BC5D-E0B1-4D7E-86D7-8429C792ADA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784005C-29BD-41E5-B8DF-2A4CEE16BDF4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Identify issues</a:t>
          </a:r>
          <a:endParaRPr lang="en-US"/>
        </a:p>
      </dgm:t>
    </dgm:pt>
    <dgm:pt modelId="{3D6751FA-2A66-43AA-B3FF-AF32957BF506}" type="parTrans" cxnId="{EEDF157C-6613-4A30-91FF-4653F94B708A}">
      <dgm:prSet/>
      <dgm:spPr/>
      <dgm:t>
        <a:bodyPr/>
        <a:lstStyle/>
        <a:p>
          <a:endParaRPr lang="en-US"/>
        </a:p>
      </dgm:t>
    </dgm:pt>
    <dgm:pt modelId="{35902825-B64F-4EB8-8726-C6AC5570CD6F}" type="sibTrans" cxnId="{EEDF157C-6613-4A30-91FF-4653F94B708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0732D47-4B9B-4E94-A74E-5E4C174F0904}">
      <dgm:prSet/>
      <dgm:spPr/>
      <dgm:t>
        <a:bodyPr/>
        <a:lstStyle/>
        <a:p>
          <a:r>
            <a:rPr lang="en-US"/>
            <a:t>Submit a Pull Request for Peer Review</a:t>
          </a:r>
        </a:p>
      </dgm:t>
    </dgm:pt>
    <dgm:pt modelId="{9CFDD6B9-A8EA-4DC6-B2CF-10D370986266}" type="parTrans" cxnId="{0AAA130C-F671-4303-BC1C-D9BAFA79A900}">
      <dgm:prSet/>
      <dgm:spPr/>
      <dgm:t>
        <a:bodyPr/>
        <a:lstStyle/>
        <a:p>
          <a:endParaRPr lang="en-US"/>
        </a:p>
      </dgm:t>
    </dgm:pt>
    <dgm:pt modelId="{C5787ECA-DA78-474E-9B32-9567ACD32399}" type="sibTrans" cxnId="{0AAA130C-F671-4303-BC1C-D9BAFA79A90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EB9C9CB-A85E-49E5-AC97-041C00D53477}">
      <dgm:prSet/>
      <dgm:spPr/>
      <dgm:t>
        <a:bodyPr/>
        <a:lstStyle/>
        <a:p>
          <a:pPr rtl="0"/>
          <a:r>
            <a:rPr lang="en-US"/>
            <a:t>Merge then execute test runs with </a:t>
          </a:r>
          <a:r>
            <a:rPr lang="en-US">
              <a:latin typeface="Aptos Display" panose="020F0302020204030204"/>
            </a:rPr>
            <a:t>Jenkins pipeline</a:t>
          </a:r>
          <a:endParaRPr lang="en-US"/>
        </a:p>
      </dgm:t>
    </dgm:pt>
    <dgm:pt modelId="{D09A0277-1884-4BD5-B05D-3A8FD4FAAE26}" type="parTrans" cxnId="{D718C9F3-D2B8-4ADF-8A96-86895A0CE0DA}">
      <dgm:prSet/>
      <dgm:spPr/>
      <dgm:t>
        <a:bodyPr/>
        <a:lstStyle/>
        <a:p>
          <a:endParaRPr lang="en-US"/>
        </a:p>
      </dgm:t>
    </dgm:pt>
    <dgm:pt modelId="{F8D0FE5B-1F46-40D3-B7E2-51E36B858557}" type="sibTrans" cxnId="{D718C9F3-D2B8-4ADF-8A96-86895A0CE0D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7DF0886-4431-4206-9FFF-55BA4F5114EC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API Tests</a:t>
          </a:r>
        </a:p>
      </dgm:t>
    </dgm:pt>
    <dgm:pt modelId="{430EE2A6-F1DA-445E-9D30-E2F62E4EFA5B}" type="parTrans" cxnId="{5D225508-CA51-4F2C-9CFF-F16168995D37}">
      <dgm:prSet/>
      <dgm:spPr/>
    </dgm:pt>
    <dgm:pt modelId="{0996CB56-2061-4F51-96AC-82C8DC809C25}" type="sibTrans" cxnId="{5D225508-CA51-4F2C-9CFF-F16168995D37}">
      <dgm:prSet/>
      <dgm:spPr/>
    </dgm:pt>
    <dgm:pt modelId="{A096357D-9313-480B-B2FC-F69B27CCB4FF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UI Tests</a:t>
          </a:r>
        </a:p>
      </dgm:t>
    </dgm:pt>
    <dgm:pt modelId="{0FA5C013-D175-4C03-8334-4946A04229FC}" type="parTrans" cxnId="{A072FE44-57B2-4556-B300-14B4D7C9E0C8}">
      <dgm:prSet/>
      <dgm:spPr/>
    </dgm:pt>
    <dgm:pt modelId="{A667DEDA-D175-4D2F-9508-FED993031C8C}" type="sibTrans" cxnId="{A072FE44-57B2-4556-B300-14B4D7C9E0C8}">
      <dgm:prSet phldrT="3" phldr="0"/>
      <dgm:spPr/>
    </dgm:pt>
    <dgm:pt modelId="{8738F13B-BFDF-4BB6-9565-E7AC03E1B1A4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Bug channel</a:t>
          </a:r>
        </a:p>
      </dgm:t>
    </dgm:pt>
    <dgm:pt modelId="{CFC26B49-8C33-479F-AB8A-73AC5C87BB4A}" type="parTrans" cxnId="{CDBD5A94-8DA0-4EB9-B1ED-42C109367DEF}">
      <dgm:prSet/>
      <dgm:spPr/>
    </dgm:pt>
    <dgm:pt modelId="{8C234695-28CB-4932-A982-B39D3FFDAC7D}" type="sibTrans" cxnId="{CDBD5A94-8DA0-4EB9-B1ED-42C109367DEF}">
      <dgm:prSet phldrT="4" phldr="0"/>
      <dgm:spPr/>
    </dgm:pt>
    <dgm:pt modelId="{0000FEC0-2E21-4DA1-BF70-960C595A1BDA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JIRA comment</a:t>
          </a:r>
        </a:p>
      </dgm:t>
    </dgm:pt>
    <dgm:pt modelId="{564D0036-83E6-4A89-A124-70CE6F54894D}" type="parTrans" cxnId="{47898478-8E9B-4E1C-A2BC-772537DAA60C}">
      <dgm:prSet/>
      <dgm:spPr/>
    </dgm:pt>
    <dgm:pt modelId="{6092D3DB-A4D9-45C0-8D1F-6D7526A67CDA}" type="sibTrans" cxnId="{47898478-8E9B-4E1C-A2BC-772537DAA60C}">
      <dgm:prSet phldrT="4" phldr="0"/>
      <dgm:spPr/>
    </dgm:pt>
    <dgm:pt modelId="{F202533B-0C45-41FE-8CF1-56155E5A298A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32-bit, 64-bit</a:t>
          </a:r>
        </a:p>
      </dgm:t>
    </dgm:pt>
    <dgm:pt modelId="{0AFE25E4-EF13-4B03-8781-8CA51ACAFE84}" type="parTrans" cxnId="{58744027-A3D7-498B-966F-609DDB6344A5}">
      <dgm:prSet/>
      <dgm:spPr/>
    </dgm:pt>
    <dgm:pt modelId="{EC572962-E068-447E-977F-D0860A1E36FF}" type="sibTrans" cxnId="{58744027-A3D7-498B-966F-609DDB6344A5}">
      <dgm:prSet phldrT="2" phldr="0"/>
      <dgm:spPr/>
    </dgm:pt>
    <dgm:pt modelId="{57361BFE-9526-4317-A712-C114F463D801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SQLite, Postgres</a:t>
          </a:r>
        </a:p>
      </dgm:t>
    </dgm:pt>
    <dgm:pt modelId="{7AA966D1-8764-4F38-8A7E-25D3D6F28AE9}" type="parTrans" cxnId="{6B3DFEF1-3A91-43E9-9A1C-BB3EFB0A1184}">
      <dgm:prSet/>
      <dgm:spPr/>
    </dgm:pt>
    <dgm:pt modelId="{FFEA609B-7075-456E-B852-A9EC43A23616}" type="sibTrans" cxnId="{6B3DFEF1-3A91-43E9-9A1C-BB3EFB0A1184}">
      <dgm:prSet phldrT="2" phldr="0"/>
      <dgm:spPr/>
    </dgm:pt>
    <dgm:pt modelId="{E6FA1872-4E0B-4466-99E4-E9722A613607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Cross application changes</a:t>
          </a:r>
        </a:p>
      </dgm:t>
    </dgm:pt>
    <dgm:pt modelId="{8ED564A2-9975-4049-8B29-D73725C37740}" type="parTrans" cxnId="{CB8D6C84-37B4-4732-9F92-75268DEDE98D}">
      <dgm:prSet/>
      <dgm:spPr/>
    </dgm:pt>
    <dgm:pt modelId="{4D4A6691-B5CF-48D1-8BB3-290B809872EC}" type="sibTrans" cxnId="{CB8D6C84-37B4-4732-9F92-75268DEDE98D}">
      <dgm:prSet phldrT="2" phldr="0"/>
      <dgm:spPr/>
    </dgm:pt>
    <dgm:pt modelId="{04FE933D-84BF-48F1-B7FA-60AC02163F9A}" type="pres">
      <dgm:prSet presAssocID="{361A6260-AE13-4542-8FD2-0EEE3E2CE3A3}" presName="Name0" presStyleCnt="0">
        <dgm:presLayoutVars>
          <dgm:animLvl val="lvl"/>
          <dgm:resizeHandles val="exact"/>
        </dgm:presLayoutVars>
      </dgm:prSet>
      <dgm:spPr/>
    </dgm:pt>
    <dgm:pt modelId="{6C5EA4B1-AD96-4C26-8E94-385CDA854551}" type="pres">
      <dgm:prSet presAssocID="{1E2773B8-5DC9-4287-AAE5-FAFD82A2549C}" presName="compositeNode" presStyleCnt="0">
        <dgm:presLayoutVars>
          <dgm:bulletEnabled val="1"/>
        </dgm:presLayoutVars>
      </dgm:prSet>
      <dgm:spPr/>
    </dgm:pt>
    <dgm:pt modelId="{09149126-9691-4C1A-BFE9-9269013FA8D7}" type="pres">
      <dgm:prSet presAssocID="{1E2773B8-5DC9-4287-AAE5-FAFD82A2549C}" presName="bgRect" presStyleLbl="bgAccFollowNode1" presStyleIdx="0" presStyleCnt="5"/>
      <dgm:spPr/>
    </dgm:pt>
    <dgm:pt modelId="{005388A2-208A-4D67-82EA-67493C73BDBE}" type="pres">
      <dgm:prSet presAssocID="{177C41F0-600F-4D69-A7B5-0C4C1BD0FA78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233D8EF0-7B9C-433E-84D1-44CEF11F3684}" type="pres">
      <dgm:prSet presAssocID="{1E2773B8-5DC9-4287-AAE5-FAFD82A2549C}" presName="bottomLine" presStyleLbl="alignNode1" presStyleIdx="1" presStyleCnt="10">
        <dgm:presLayoutVars/>
      </dgm:prSet>
      <dgm:spPr/>
    </dgm:pt>
    <dgm:pt modelId="{F29FCD0C-9B4B-4B8D-ACBE-A96454B4AA78}" type="pres">
      <dgm:prSet presAssocID="{1E2773B8-5DC9-4287-AAE5-FAFD82A2549C}" presName="nodeText" presStyleLbl="bgAccFollowNode1" presStyleIdx="0" presStyleCnt="5">
        <dgm:presLayoutVars>
          <dgm:bulletEnabled val="1"/>
        </dgm:presLayoutVars>
      </dgm:prSet>
      <dgm:spPr/>
    </dgm:pt>
    <dgm:pt modelId="{0467EFE4-080A-477E-B12C-BDB02A168159}" type="pres">
      <dgm:prSet presAssocID="{177C41F0-600F-4D69-A7B5-0C4C1BD0FA78}" presName="sibTrans" presStyleCnt="0"/>
      <dgm:spPr/>
    </dgm:pt>
    <dgm:pt modelId="{76E22AEB-326E-4F8B-91A0-AD7CABDB6F9B}" type="pres">
      <dgm:prSet presAssocID="{B8438632-7A79-4164-B1FC-A1742FE3227E}" presName="compositeNode" presStyleCnt="0">
        <dgm:presLayoutVars>
          <dgm:bulletEnabled val="1"/>
        </dgm:presLayoutVars>
      </dgm:prSet>
      <dgm:spPr/>
    </dgm:pt>
    <dgm:pt modelId="{5AA3029C-922E-488D-B8A5-1ECB2DF89D2A}" type="pres">
      <dgm:prSet presAssocID="{B8438632-7A79-4164-B1FC-A1742FE3227E}" presName="bgRect" presStyleLbl="bgAccFollowNode1" presStyleIdx="1" presStyleCnt="5"/>
      <dgm:spPr/>
    </dgm:pt>
    <dgm:pt modelId="{59270806-44A5-4217-868C-C0802987CFBA}" type="pres">
      <dgm:prSet presAssocID="{43D94DDA-328F-4B35-951C-E36DEBFC044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C0B59E48-218E-45A2-B63F-54CC37919EE6}" type="pres">
      <dgm:prSet presAssocID="{B8438632-7A79-4164-B1FC-A1742FE3227E}" presName="bottomLine" presStyleLbl="alignNode1" presStyleIdx="3" presStyleCnt="10">
        <dgm:presLayoutVars/>
      </dgm:prSet>
      <dgm:spPr/>
    </dgm:pt>
    <dgm:pt modelId="{3B331AA0-7EB2-4AFA-BCA6-9C85333880A1}" type="pres">
      <dgm:prSet presAssocID="{B8438632-7A79-4164-B1FC-A1742FE3227E}" presName="nodeText" presStyleLbl="bgAccFollowNode1" presStyleIdx="1" presStyleCnt="5">
        <dgm:presLayoutVars>
          <dgm:bulletEnabled val="1"/>
        </dgm:presLayoutVars>
      </dgm:prSet>
      <dgm:spPr/>
    </dgm:pt>
    <dgm:pt modelId="{1F9449AD-4A73-4927-910D-2BDF72C71A75}" type="pres">
      <dgm:prSet presAssocID="{43D94DDA-328F-4B35-951C-E36DEBFC044D}" presName="sibTrans" presStyleCnt="0"/>
      <dgm:spPr/>
    </dgm:pt>
    <dgm:pt modelId="{2C6EE3AA-A209-4759-8D4B-B8C728E7598D}" type="pres">
      <dgm:prSet presAssocID="{C784005C-29BD-41E5-B8DF-2A4CEE16BDF4}" presName="compositeNode" presStyleCnt="0">
        <dgm:presLayoutVars>
          <dgm:bulletEnabled val="1"/>
        </dgm:presLayoutVars>
      </dgm:prSet>
      <dgm:spPr/>
    </dgm:pt>
    <dgm:pt modelId="{CA0D22D8-461D-4A29-A1D2-A6814BB9072E}" type="pres">
      <dgm:prSet presAssocID="{C784005C-29BD-41E5-B8DF-2A4CEE16BDF4}" presName="bgRect" presStyleLbl="bgAccFollowNode1" presStyleIdx="2" presStyleCnt="5"/>
      <dgm:spPr/>
    </dgm:pt>
    <dgm:pt modelId="{8F97BAAF-27CC-4A0E-8730-3574E82FF95F}" type="pres">
      <dgm:prSet presAssocID="{35902825-B64F-4EB8-8726-C6AC5570CD6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CF805FDA-1E96-4CD8-8598-E5F5ABC59B1F}" type="pres">
      <dgm:prSet presAssocID="{C784005C-29BD-41E5-B8DF-2A4CEE16BDF4}" presName="bottomLine" presStyleLbl="alignNode1" presStyleIdx="5" presStyleCnt="10">
        <dgm:presLayoutVars/>
      </dgm:prSet>
      <dgm:spPr/>
    </dgm:pt>
    <dgm:pt modelId="{04EDB540-D186-4AFB-ABD3-8EAC1D27D427}" type="pres">
      <dgm:prSet presAssocID="{C784005C-29BD-41E5-B8DF-2A4CEE16BDF4}" presName="nodeText" presStyleLbl="bgAccFollowNode1" presStyleIdx="2" presStyleCnt="5">
        <dgm:presLayoutVars>
          <dgm:bulletEnabled val="1"/>
        </dgm:presLayoutVars>
      </dgm:prSet>
      <dgm:spPr/>
    </dgm:pt>
    <dgm:pt modelId="{822F0F16-0455-465A-86B6-674047539C0F}" type="pres">
      <dgm:prSet presAssocID="{35902825-B64F-4EB8-8726-C6AC5570CD6F}" presName="sibTrans" presStyleCnt="0"/>
      <dgm:spPr/>
    </dgm:pt>
    <dgm:pt modelId="{E5863689-32D7-4B6A-B779-8700BB4A3811}" type="pres">
      <dgm:prSet presAssocID="{70732D47-4B9B-4E94-A74E-5E4C174F0904}" presName="compositeNode" presStyleCnt="0">
        <dgm:presLayoutVars>
          <dgm:bulletEnabled val="1"/>
        </dgm:presLayoutVars>
      </dgm:prSet>
      <dgm:spPr/>
    </dgm:pt>
    <dgm:pt modelId="{922B788D-E5B0-4704-916A-E51B5BBCB4D9}" type="pres">
      <dgm:prSet presAssocID="{70732D47-4B9B-4E94-A74E-5E4C174F0904}" presName="bgRect" presStyleLbl="bgAccFollowNode1" presStyleIdx="3" presStyleCnt="5"/>
      <dgm:spPr/>
    </dgm:pt>
    <dgm:pt modelId="{1F3D0846-F707-4691-9184-89A6AAF273C6}" type="pres">
      <dgm:prSet presAssocID="{C5787ECA-DA78-474E-9B32-9567ACD32399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7FD4F8F-9C8D-47E8-99C6-89AF5DDB2F1E}" type="pres">
      <dgm:prSet presAssocID="{70732D47-4B9B-4E94-A74E-5E4C174F0904}" presName="bottomLine" presStyleLbl="alignNode1" presStyleIdx="7" presStyleCnt="10">
        <dgm:presLayoutVars/>
      </dgm:prSet>
      <dgm:spPr/>
    </dgm:pt>
    <dgm:pt modelId="{551F5977-0020-4891-8381-8226C7A7DDBE}" type="pres">
      <dgm:prSet presAssocID="{70732D47-4B9B-4E94-A74E-5E4C174F0904}" presName="nodeText" presStyleLbl="bgAccFollowNode1" presStyleIdx="3" presStyleCnt="5">
        <dgm:presLayoutVars>
          <dgm:bulletEnabled val="1"/>
        </dgm:presLayoutVars>
      </dgm:prSet>
      <dgm:spPr/>
    </dgm:pt>
    <dgm:pt modelId="{C7008AB8-93B0-45FB-98D1-A5FE4995B18C}" type="pres">
      <dgm:prSet presAssocID="{C5787ECA-DA78-474E-9B32-9567ACD32399}" presName="sibTrans" presStyleCnt="0"/>
      <dgm:spPr/>
    </dgm:pt>
    <dgm:pt modelId="{00D3D10F-5472-4DD5-843E-1E371DB966F7}" type="pres">
      <dgm:prSet presAssocID="{7EB9C9CB-A85E-49E5-AC97-041C00D53477}" presName="compositeNode" presStyleCnt="0">
        <dgm:presLayoutVars>
          <dgm:bulletEnabled val="1"/>
        </dgm:presLayoutVars>
      </dgm:prSet>
      <dgm:spPr/>
    </dgm:pt>
    <dgm:pt modelId="{56B9FAC9-CFDC-4A85-802C-9518C9481F54}" type="pres">
      <dgm:prSet presAssocID="{7EB9C9CB-A85E-49E5-AC97-041C00D53477}" presName="bgRect" presStyleLbl="bgAccFollowNode1" presStyleIdx="4" presStyleCnt="5"/>
      <dgm:spPr/>
    </dgm:pt>
    <dgm:pt modelId="{364329A7-C5E1-435F-96EB-29C214A293F6}" type="pres">
      <dgm:prSet presAssocID="{F8D0FE5B-1F46-40D3-B7E2-51E36B858557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EA050FBB-B92B-48C7-8A03-256F549E9D20}" type="pres">
      <dgm:prSet presAssocID="{7EB9C9CB-A85E-49E5-AC97-041C00D53477}" presName="bottomLine" presStyleLbl="alignNode1" presStyleIdx="9" presStyleCnt="10">
        <dgm:presLayoutVars/>
      </dgm:prSet>
      <dgm:spPr/>
    </dgm:pt>
    <dgm:pt modelId="{641F1F3A-5B7E-40F1-A7B2-E37055365140}" type="pres">
      <dgm:prSet presAssocID="{7EB9C9CB-A85E-49E5-AC97-041C00D53477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7C260905-45B3-45F2-85E8-F9B34772830A}" type="presOf" srcId="{07DF0886-4431-4206-9FFF-55BA4F5114EC}" destId="{3B331AA0-7EB2-4AFA-BCA6-9C85333880A1}" srcOrd="0" destOrd="1" presId="urn:microsoft.com/office/officeart/2016/7/layout/BasicLinearProcessNumbered"/>
    <dgm:cxn modelId="{ED0B1807-31C3-413D-ABC3-717AF313285E}" type="presOf" srcId="{35902825-B64F-4EB8-8726-C6AC5570CD6F}" destId="{8F97BAAF-27CC-4A0E-8730-3574E82FF95F}" srcOrd="0" destOrd="0" presId="urn:microsoft.com/office/officeart/2016/7/layout/BasicLinearProcessNumbered"/>
    <dgm:cxn modelId="{5D225508-CA51-4F2C-9CFF-F16168995D37}" srcId="{B8438632-7A79-4164-B1FC-A1742FE3227E}" destId="{07DF0886-4431-4206-9FFF-55BA4F5114EC}" srcOrd="0" destOrd="0" parTransId="{430EE2A6-F1DA-445E-9D30-E2F62E4EFA5B}" sibTransId="{0996CB56-2061-4F51-96AC-82C8DC809C25}"/>
    <dgm:cxn modelId="{0AAA130C-F671-4303-BC1C-D9BAFA79A900}" srcId="{361A6260-AE13-4542-8FD2-0EEE3E2CE3A3}" destId="{70732D47-4B9B-4E94-A74E-5E4C174F0904}" srcOrd="3" destOrd="0" parTransId="{9CFDD6B9-A8EA-4DC6-B2CF-10D370986266}" sibTransId="{C5787ECA-DA78-474E-9B32-9567ACD32399}"/>
    <dgm:cxn modelId="{58744027-A3D7-498B-966F-609DDB6344A5}" srcId="{1E2773B8-5DC9-4287-AAE5-FAFD82A2549C}" destId="{F202533B-0C45-41FE-8CF1-56155E5A298A}" srcOrd="0" destOrd="0" parTransId="{0AFE25E4-EF13-4B03-8781-8CA51ACAFE84}" sibTransId="{EC572962-E068-447E-977F-D0860A1E36FF}"/>
    <dgm:cxn modelId="{4860AF35-C882-440A-8E77-EA01B6152967}" type="presOf" srcId="{1E2773B8-5DC9-4287-AAE5-FAFD82A2549C}" destId="{F29FCD0C-9B4B-4B8D-ACBE-A96454B4AA78}" srcOrd="1" destOrd="0" presId="urn:microsoft.com/office/officeart/2016/7/layout/BasicLinearProcessNumbered"/>
    <dgm:cxn modelId="{39B0085C-7C23-4606-9507-CD29FF7548FE}" type="presOf" srcId="{C784005C-29BD-41E5-B8DF-2A4CEE16BDF4}" destId="{CA0D22D8-461D-4A29-A1D2-A6814BB9072E}" srcOrd="0" destOrd="0" presId="urn:microsoft.com/office/officeart/2016/7/layout/BasicLinearProcessNumbered"/>
    <dgm:cxn modelId="{6401BC5D-E0B1-4D7E-86D7-8429C792ADA7}" srcId="{361A6260-AE13-4542-8FD2-0EEE3E2CE3A3}" destId="{B8438632-7A79-4164-B1FC-A1742FE3227E}" srcOrd="1" destOrd="0" parTransId="{4485C510-3A63-432E-BBD3-DD8B95B2883C}" sibTransId="{43D94DDA-328F-4B35-951C-E36DEBFC044D}"/>
    <dgm:cxn modelId="{2F98F941-97E0-4353-8A11-4B8C80E814F7}" type="presOf" srcId="{70732D47-4B9B-4E94-A74E-5E4C174F0904}" destId="{551F5977-0020-4891-8381-8226C7A7DDBE}" srcOrd="1" destOrd="0" presId="urn:microsoft.com/office/officeart/2016/7/layout/BasicLinearProcessNumbered"/>
    <dgm:cxn modelId="{CBC1E443-B86E-4965-9742-2CF87A778E50}" type="presOf" srcId="{177C41F0-600F-4D69-A7B5-0C4C1BD0FA78}" destId="{005388A2-208A-4D67-82EA-67493C73BDBE}" srcOrd="0" destOrd="0" presId="urn:microsoft.com/office/officeart/2016/7/layout/BasicLinearProcessNumbered"/>
    <dgm:cxn modelId="{A072FE44-57B2-4556-B300-14B4D7C9E0C8}" srcId="{B8438632-7A79-4164-B1FC-A1742FE3227E}" destId="{A096357D-9313-480B-B2FC-F69B27CCB4FF}" srcOrd="1" destOrd="0" parTransId="{0FA5C013-D175-4C03-8334-4946A04229FC}" sibTransId="{A667DEDA-D175-4D2F-9508-FED993031C8C}"/>
    <dgm:cxn modelId="{88DD604B-B881-4FB5-B8B9-0C70F896A429}" type="presOf" srcId="{E6FA1872-4E0B-4466-99E4-E9722A613607}" destId="{F29FCD0C-9B4B-4B8D-ACBE-A96454B4AA78}" srcOrd="0" destOrd="3" presId="urn:microsoft.com/office/officeart/2016/7/layout/BasicLinearProcessNumbered"/>
    <dgm:cxn modelId="{DC9CC74E-8180-4D08-968F-58AEF192B20A}" type="presOf" srcId="{57361BFE-9526-4317-A712-C114F463D801}" destId="{F29FCD0C-9B4B-4B8D-ACBE-A96454B4AA78}" srcOrd="0" destOrd="2" presId="urn:microsoft.com/office/officeart/2016/7/layout/BasicLinearProcessNumbered"/>
    <dgm:cxn modelId="{14994071-E130-40B9-90A2-982FA53817D6}" type="presOf" srcId="{7EB9C9CB-A85E-49E5-AC97-041C00D53477}" destId="{641F1F3A-5B7E-40F1-A7B2-E37055365140}" srcOrd="1" destOrd="0" presId="urn:microsoft.com/office/officeart/2016/7/layout/BasicLinearProcessNumbered"/>
    <dgm:cxn modelId="{74A70553-6F0C-4CE8-9154-08C6DCFAF068}" type="presOf" srcId="{B8438632-7A79-4164-B1FC-A1742FE3227E}" destId="{5AA3029C-922E-488D-B8A5-1ECB2DF89D2A}" srcOrd="0" destOrd="0" presId="urn:microsoft.com/office/officeart/2016/7/layout/BasicLinearProcessNumbered"/>
    <dgm:cxn modelId="{8E8F4753-9A41-4429-96DB-9EC4D11851AB}" type="presOf" srcId="{A096357D-9313-480B-B2FC-F69B27CCB4FF}" destId="{3B331AA0-7EB2-4AFA-BCA6-9C85333880A1}" srcOrd="0" destOrd="2" presId="urn:microsoft.com/office/officeart/2016/7/layout/BasicLinearProcessNumbered"/>
    <dgm:cxn modelId="{38D6B353-DCA0-4124-A486-1213041F3419}" type="presOf" srcId="{C5787ECA-DA78-474E-9B32-9567ACD32399}" destId="{1F3D0846-F707-4691-9184-89A6AAF273C6}" srcOrd="0" destOrd="0" presId="urn:microsoft.com/office/officeart/2016/7/layout/BasicLinearProcessNumbered"/>
    <dgm:cxn modelId="{47898478-8E9B-4E1C-A2BC-772537DAA60C}" srcId="{C784005C-29BD-41E5-B8DF-2A4CEE16BDF4}" destId="{0000FEC0-2E21-4DA1-BF70-960C595A1BDA}" srcOrd="1" destOrd="0" parTransId="{564D0036-83E6-4A89-A124-70CE6F54894D}" sibTransId="{6092D3DB-A4D9-45C0-8D1F-6D7526A67CDA}"/>
    <dgm:cxn modelId="{EEDF157C-6613-4A30-91FF-4653F94B708A}" srcId="{361A6260-AE13-4542-8FD2-0EEE3E2CE3A3}" destId="{C784005C-29BD-41E5-B8DF-2A4CEE16BDF4}" srcOrd="2" destOrd="0" parTransId="{3D6751FA-2A66-43AA-B3FF-AF32957BF506}" sibTransId="{35902825-B64F-4EB8-8726-C6AC5570CD6F}"/>
    <dgm:cxn modelId="{EA4A067D-F7B9-40FB-97CF-9301F6C76F0D}" type="presOf" srcId="{F202533B-0C45-41FE-8CF1-56155E5A298A}" destId="{F29FCD0C-9B4B-4B8D-ACBE-A96454B4AA78}" srcOrd="0" destOrd="1" presId="urn:microsoft.com/office/officeart/2016/7/layout/BasicLinearProcessNumbered"/>
    <dgm:cxn modelId="{CB8D6C84-37B4-4732-9F92-75268DEDE98D}" srcId="{1E2773B8-5DC9-4287-AAE5-FAFD82A2549C}" destId="{E6FA1872-4E0B-4466-99E4-E9722A613607}" srcOrd="2" destOrd="0" parTransId="{8ED564A2-9975-4049-8B29-D73725C37740}" sibTransId="{4D4A6691-B5CF-48D1-8BB3-290B809872EC}"/>
    <dgm:cxn modelId="{9B92A08A-4D7C-4EBD-AB99-37C864D32D32}" type="presOf" srcId="{B8438632-7A79-4164-B1FC-A1742FE3227E}" destId="{3B331AA0-7EB2-4AFA-BCA6-9C85333880A1}" srcOrd="1" destOrd="0" presId="urn:microsoft.com/office/officeart/2016/7/layout/BasicLinearProcessNumbered"/>
    <dgm:cxn modelId="{BF02E18A-F768-47D4-9627-7053003FE210}" type="presOf" srcId="{8738F13B-BFDF-4BB6-9565-E7AC03E1B1A4}" destId="{04EDB540-D186-4AFB-ABD3-8EAC1D27D427}" srcOrd="0" destOrd="1" presId="urn:microsoft.com/office/officeart/2016/7/layout/BasicLinearProcessNumbered"/>
    <dgm:cxn modelId="{CDBD5A94-8DA0-4EB9-B1ED-42C109367DEF}" srcId="{C784005C-29BD-41E5-B8DF-2A4CEE16BDF4}" destId="{8738F13B-BFDF-4BB6-9565-E7AC03E1B1A4}" srcOrd="0" destOrd="0" parTransId="{CFC26B49-8C33-479F-AB8A-73AC5C87BB4A}" sibTransId="{8C234695-28CB-4932-A982-B39D3FFDAC7D}"/>
    <dgm:cxn modelId="{90D45597-72CD-4023-B0EF-E2FB0197AE15}" type="presOf" srcId="{F8D0FE5B-1F46-40D3-B7E2-51E36B858557}" destId="{364329A7-C5E1-435F-96EB-29C214A293F6}" srcOrd="0" destOrd="0" presId="urn:microsoft.com/office/officeart/2016/7/layout/BasicLinearProcessNumbered"/>
    <dgm:cxn modelId="{B412A99D-2E1D-46E7-9E28-6CB88F744956}" type="presOf" srcId="{361A6260-AE13-4542-8FD2-0EEE3E2CE3A3}" destId="{04FE933D-84BF-48F1-B7FA-60AC02163F9A}" srcOrd="0" destOrd="0" presId="urn:microsoft.com/office/officeart/2016/7/layout/BasicLinearProcessNumbered"/>
    <dgm:cxn modelId="{8ADA36CD-542F-4BDC-86BA-76FCF2CB9C12}" type="presOf" srcId="{7EB9C9CB-A85E-49E5-AC97-041C00D53477}" destId="{56B9FAC9-CFDC-4A85-802C-9518C9481F54}" srcOrd="0" destOrd="0" presId="urn:microsoft.com/office/officeart/2016/7/layout/BasicLinearProcessNumbered"/>
    <dgm:cxn modelId="{D65281CE-FA74-4AED-9ECA-5F9017E50377}" type="presOf" srcId="{1E2773B8-5DC9-4287-AAE5-FAFD82A2549C}" destId="{09149126-9691-4C1A-BFE9-9269013FA8D7}" srcOrd="0" destOrd="0" presId="urn:microsoft.com/office/officeart/2016/7/layout/BasicLinearProcessNumbered"/>
    <dgm:cxn modelId="{3E69F0D0-5684-49D7-8434-63880D3BFF64}" type="presOf" srcId="{70732D47-4B9B-4E94-A74E-5E4C174F0904}" destId="{922B788D-E5B0-4704-916A-E51B5BBCB4D9}" srcOrd="0" destOrd="0" presId="urn:microsoft.com/office/officeart/2016/7/layout/BasicLinearProcessNumbered"/>
    <dgm:cxn modelId="{BDFA77DC-6F32-465E-91F4-BD08067CE6D7}" srcId="{361A6260-AE13-4542-8FD2-0EEE3E2CE3A3}" destId="{1E2773B8-5DC9-4287-AAE5-FAFD82A2549C}" srcOrd="0" destOrd="0" parTransId="{F372FC8D-17B5-40FD-9C3A-1CA9D7458E16}" sibTransId="{177C41F0-600F-4D69-A7B5-0C4C1BD0FA78}"/>
    <dgm:cxn modelId="{CB9D2BE1-B989-452C-9416-98D9D89E49AC}" type="presOf" srcId="{43D94DDA-328F-4B35-951C-E36DEBFC044D}" destId="{59270806-44A5-4217-868C-C0802987CFBA}" srcOrd="0" destOrd="0" presId="urn:microsoft.com/office/officeart/2016/7/layout/BasicLinearProcessNumbered"/>
    <dgm:cxn modelId="{6B3DFEF1-3A91-43E9-9A1C-BB3EFB0A1184}" srcId="{1E2773B8-5DC9-4287-AAE5-FAFD82A2549C}" destId="{57361BFE-9526-4317-A712-C114F463D801}" srcOrd="1" destOrd="0" parTransId="{7AA966D1-8764-4F38-8A7E-25D3D6F28AE9}" sibTransId="{FFEA609B-7075-456E-B852-A9EC43A23616}"/>
    <dgm:cxn modelId="{D718C9F3-D2B8-4ADF-8A96-86895A0CE0DA}" srcId="{361A6260-AE13-4542-8FD2-0EEE3E2CE3A3}" destId="{7EB9C9CB-A85E-49E5-AC97-041C00D53477}" srcOrd="4" destOrd="0" parTransId="{D09A0277-1884-4BD5-B05D-3A8FD4FAAE26}" sibTransId="{F8D0FE5B-1F46-40D3-B7E2-51E36B858557}"/>
    <dgm:cxn modelId="{18F1F6F7-1B76-47E5-B0DF-075D338D1DA3}" type="presOf" srcId="{0000FEC0-2E21-4DA1-BF70-960C595A1BDA}" destId="{04EDB540-D186-4AFB-ABD3-8EAC1D27D427}" srcOrd="0" destOrd="2" presId="urn:microsoft.com/office/officeart/2016/7/layout/BasicLinearProcessNumbered"/>
    <dgm:cxn modelId="{F1AAA2FD-662E-4E36-8B9E-A684BAE1FAB1}" type="presOf" srcId="{C784005C-29BD-41E5-B8DF-2A4CEE16BDF4}" destId="{04EDB540-D186-4AFB-ABD3-8EAC1D27D427}" srcOrd="1" destOrd="0" presId="urn:microsoft.com/office/officeart/2016/7/layout/BasicLinearProcessNumbered"/>
    <dgm:cxn modelId="{23242DD3-BDEA-4DEE-AA78-E52A63A104C3}" type="presParOf" srcId="{04FE933D-84BF-48F1-B7FA-60AC02163F9A}" destId="{6C5EA4B1-AD96-4C26-8E94-385CDA854551}" srcOrd="0" destOrd="0" presId="urn:microsoft.com/office/officeart/2016/7/layout/BasicLinearProcessNumbered"/>
    <dgm:cxn modelId="{9B905838-BD20-4C3C-86AA-D217BC7FB891}" type="presParOf" srcId="{6C5EA4B1-AD96-4C26-8E94-385CDA854551}" destId="{09149126-9691-4C1A-BFE9-9269013FA8D7}" srcOrd="0" destOrd="0" presId="urn:microsoft.com/office/officeart/2016/7/layout/BasicLinearProcessNumbered"/>
    <dgm:cxn modelId="{0E627AD8-0192-4568-B5EB-9FA7621D45DB}" type="presParOf" srcId="{6C5EA4B1-AD96-4C26-8E94-385CDA854551}" destId="{005388A2-208A-4D67-82EA-67493C73BDBE}" srcOrd="1" destOrd="0" presId="urn:microsoft.com/office/officeart/2016/7/layout/BasicLinearProcessNumbered"/>
    <dgm:cxn modelId="{15A91968-7598-46BE-9552-BDDD78E026AA}" type="presParOf" srcId="{6C5EA4B1-AD96-4C26-8E94-385CDA854551}" destId="{233D8EF0-7B9C-433E-84D1-44CEF11F3684}" srcOrd="2" destOrd="0" presId="urn:microsoft.com/office/officeart/2016/7/layout/BasicLinearProcessNumbered"/>
    <dgm:cxn modelId="{C497AB17-15BF-46BD-B9DC-F78B49E39E64}" type="presParOf" srcId="{6C5EA4B1-AD96-4C26-8E94-385CDA854551}" destId="{F29FCD0C-9B4B-4B8D-ACBE-A96454B4AA78}" srcOrd="3" destOrd="0" presId="urn:microsoft.com/office/officeart/2016/7/layout/BasicLinearProcessNumbered"/>
    <dgm:cxn modelId="{84E061C4-5F32-4003-8F32-7805640635EC}" type="presParOf" srcId="{04FE933D-84BF-48F1-B7FA-60AC02163F9A}" destId="{0467EFE4-080A-477E-B12C-BDB02A168159}" srcOrd="1" destOrd="0" presId="urn:microsoft.com/office/officeart/2016/7/layout/BasicLinearProcessNumbered"/>
    <dgm:cxn modelId="{14ECCB32-3CB8-455E-90DB-70EE532283D0}" type="presParOf" srcId="{04FE933D-84BF-48F1-B7FA-60AC02163F9A}" destId="{76E22AEB-326E-4F8B-91A0-AD7CABDB6F9B}" srcOrd="2" destOrd="0" presId="urn:microsoft.com/office/officeart/2016/7/layout/BasicLinearProcessNumbered"/>
    <dgm:cxn modelId="{665622F6-B4CD-4A5C-9360-CA72DC1FD3B5}" type="presParOf" srcId="{76E22AEB-326E-4F8B-91A0-AD7CABDB6F9B}" destId="{5AA3029C-922E-488D-B8A5-1ECB2DF89D2A}" srcOrd="0" destOrd="0" presId="urn:microsoft.com/office/officeart/2016/7/layout/BasicLinearProcessNumbered"/>
    <dgm:cxn modelId="{786682B9-1701-4B0A-8C61-923950010B9D}" type="presParOf" srcId="{76E22AEB-326E-4F8B-91A0-AD7CABDB6F9B}" destId="{59270806-44A5-4217-868C-C0802987CFBA}" srcOrd="1" destOrd="0" presId="urn:microsoft.com/office/officeart/2016/7/layout/BasicLinearProcessNumbered"/>
    <dgm:cxn modelId="{C8865A3A-1C0F-4DEB-ACAD-64808F3D3008}" type="presParOf" srcId="{76E22AEB-326E-4F8B-91A0-AD7CABDB6F9B}" destId="{C0B59E48-218E-45A2-B63F-54CC37919EE6}" srcOrd="2" destOrd="0" presId="urn:microsoft.com/office/officeart/2016/7/layout/BasicLinearProcessNumbered"/>
    <dgm:cxn modelId="{53A53687-722B-4603-890A-D11495E24346}" type="presParOf" srcId="{76E22AEB-326E-4F8B-91A0-AD7CABDB6F9B}" destId="{3B331AA0-7EB2-4AFA-BCA6-9C85333880A1}" srcOrd="3" destOrd="0" presId="urn:microsoft.com/office/officeart/2016/7/layout/BasicLinearProcessNumbered"/>
    <dgm:cxn modelId="{0749BFE7-A18B-4011-BE68-934F067124CB}" type="presParOf" srcId="{04FE933D-84BF-48F1-B7FA-60AC02163F9A}" destId="{1F9449AD-4A73-4927-910D-2BDF72C71A75}" srcOrd="3" destOrd="0" presId="urn:microsoft.com/office/officeart/2016/7/layout/BasicLinearProcessNumbered"/>
    <dgm:cxn modelId="{AD7322F3-2693-4782-BEBE-AAC86D791D7A}" type="presParOf" srcId="{04FE933D-84BF-48F1-B7FA-60AC02163F9A}" destId="{2C6EE3AA-A209-4759-8D4B-B8C728E7598D}" srcOrd="4" destOrd="0" presId="urn:microsoft.com/office/officeart/2016/7/layout/BasicLinearProcessNumbered"/>
    <dgm:cxn modelId="{8CB8B5CB-353E-4A77-9704-1EF06775624A}" type="presParOf" srcId="{2C6EE3AA-A209-4759-8D4B-B8C728E7598D}" destId="{CA0D22D8-461D-4A29-A1D2-A6814BB9072E}" srcOrd="0" destOrd="0" presId="urn:microsoft.com/office/officeart/2016/7/layout/BasicLinearProcessNumbered"/>
    <dgm:cxn modelId="{EA2AAB6A-B258-4D4D-8D68-9B5A887B37E3}" type="presParOf" srcId="{2C6EE3AA-A209-4759-8D4B-B8C728E7598D}" destId="{8F97BAAF-27CC-4A0E-8730-3574E82FF95F}" srcOrd="1" destOrd="0" presId="urn:microsoft.com/office/officeart/2016/7/layout/BasicLinearProcessNumbered"/>
    <dgm:cxn modelId="{1FDDFF9F-2049-4D54-8EFF-6245C34040E5}" type="presParOf" srcId="{2C6EE3AA-A209-4759-8D4B-B8C728E7598D}" destId="{CF805FDA-1E96-4CD8-8598-E5F5ABC59B1F}" srcOrd="2" destOrd="0" presId="urn:microsoft.com/office/officeart/2016/7/layout/BasicLinearProcessNumbered"/>
    <dgm:cxn modelId="{079A07D8-EC1E-4122-9364-9850A46768DC}" type="presParOf" srcId="{2C6EE3AA-A209-4759-8D4B-B8C728E7598D}" destId="{04EDB540-D186-4AFB-ABD3-8EAC1D27D427}" srcOrd="3" destOrd="0" presId="urn:microsoft.com/office/officeart/2016/7/layout/BasicLinearProcessNumbered"/>
    <dgm:cxn modelId="{100DB609-E923-4C86-B4E9-035954119DED}" type="presParOf" srcId="{04FE933D-84BF-48F1-B7FA-60AC02163F9A}" destId="{822F0F16-0455-465A-86B6-674047539C0F}" srcOrd="5" destOrd="0" presId="urn:microsoft.com/office/officeart/2016/7/layout/BasicLinearProcessNumbered"/>
    <dgm:cxn modelId="{3F9FA1F5-3837-48BB-BE91-28938C9156E4}" type="presParOf" srcId="{04FE933D-84BF-48F1-B7FA-60AC02163F9A}" destId="{E5863689-32D7-4B6A-B779-8700BB4A3811}" srcOrd="6" destOrd="0" presId="urn:microsoft.com/office/officeart/2016/7/layout/BasicLinearProcessNumbered"/>
    <dgm:cxn modelId="{7F96036F-BF6A-476B-8FC9-A7AC6FF6238F}" type="presParOf" srcId="{E5863689-32D7-4B6A-B779-8700BB4A3811}" destId="{922B788D-E5B0-4704-916A-E51B5BBCB4D9}" srcOrd="0" destOrd="0" presId="urn:microsoft.com/office/officeart/2016/7/layout/BasicLinearProcessNumbered"/>
    <dgm:cxn modelId="{AD61EB38-B26F-4841-8F5F-82BD0CBB77E3}" type="presParOf" srcId="{E5863689-32D7-4B6A-B779-8700BB4A3811}" destId="{1F3D0846-F707-4691-9184-89A6AAF273C6}" srcOrd="1" destOrd="0" presId="urn:microsoft.com/office/officeart/2016/7/layout/BasicLinearProcessNumbered"/>
    <dgm:cxn modelId="{FF5FFEC3-868D-4FF5-B121-844D99C9EA7C}" type="presParOf" srcId="{E5863689-32D7-4B6A-B779-8700BB4A3811}" destId="{07FD4F8F-9C8D-47E8-99C6-89AF5DDB2F1E}" srcOrd="2" destOrd="0" presId="urn:microsoft.com/office/officeart/2016/7/layout/BasicLinearProcessNumbered"/>
    <dgm:cxn modelId="{D3A3DACC-C119-49FF-9565-C5BA47486601}" type="presParOf" srcId="{E5863689-32D7-4B6A-B779-8700BB4A3811}" destId="{551F5977-0020-4891-8381-8226C7A7DDBE}" srcOrd="3" destOrd="0" presId="urn:microsoft.com/office/officeart/2016/7/layout/BasicLinearProcessNumbered"/>
    <dgm:cxn modelId="{53F6B496-AE1E-43E9-8A2A-DB8BF8CDB2F1}" type="presParOf" srcId="{04FE933D-84BF-48F1-B7FA-60AC02163F9A}" destId="{C7008AB8-93B0-45FB-98D1-A5FE4995B18C}" srcOrd="7" destOrd="0" presId="urn:microsoft.com/office/officeart/2016/7/layout/BasicLinearProcessNumbered"/>
    <dgm:cxn modelId="{52D31D00-DC76-4001-A33D-A1D473A5EA56}" type="presParOf" srcId="{04FE933D-84BF-48F1-B7FA-60AC02163F9A}" destId="{00D3D10F-5472-4DD5-843E-1E371DB966F7}" srcOrd="8" destOrd="0" presId="urn:microsoft.com/office/officeart/2016/7/layout/BasicLinearProcessNumbered"/>
    <dgm:cxn modelId="{C7EADD1D-727D-48F9-A1B0-C30801C92CD3}" type="presParOf" srcId="{00D3D10F-5472-4DD5-843E-1E371DB966F7}" destId="{56B9FAC9-CFDC-4A85-802C-9518C9481F54}" srcOrd="0" destOrd="0" presId="urn:microsoft.com/office/officeart/2016/7/layout/BasicLinearProcessNumbered"/>
    <dgm:cxn modelId="{56EE9CB0-4453-478B-9994-519DCB1D5232}" type="presParOf" srcId="{00D3D10F-5472-4DD5-843E-1E371DB966F7}" destId="{364329A7-C5E1-435F-96EB-29C214A293F6}" srcOrd="1" destOrd="0" presId="urn:microsoft.com/office/officeart/2016/7/layout/BasicLinearProcessNumbered"/>
    <dgm:cxn modelId="{11B5AFE5-81D3-452F-9479-07795F517E74}" type="presParOf" srcId="{00D3D10F-5472-4DD5-843E-1E371DB966F7}" destId="{EA050FBB-B92B-48C7-8A03-256F549E9D20}" srcOrd="2" destOrd="0" presId="urn:microsoft.com/office/officeart/2016/7/layout/BasicLinearProcessNumbered"/>
    <dgm:cxn modelId="{1C4FD175-5B02-4915-A755-8DBE4EE61062}" type="presParOf" srcId="{00D3D10F-5472-4DD5-843E-1E371DB966F7}" destId="{641F1F3A-5B7E-40F1-A7B2-E3705536514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7BBA38-FE97-4F22-93B8-AF3FDC453AD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08F61F1-8148-431D-BD73-FDAC242F4B48}">
      <dgm:prSet/>
      <dgm:spPr/>
      <dgm:t>
        <a:bodyPr/>
        <a:lstStyle/>
        <a:p>
          <a:pPr>
            <a:defRPr b="1"/>
          </a:pPr>
          <a:r>
            <a:rPr lang="en-US"/>
            <a:t>Testing Platforms </a:t>
          </a:r>
        </a:p>
      </dgm:t>
    </dgm:pt>
    <dgm:pt modelId="{3CB2432B-F02D-4B39-B3B0-B40FB657854A}" type="parTrans" cxnId="{52E20C68-EFD7-42DF-A3AA-53F68DDF3EBE}">
      <dgm:prSet/>
      <dgm:spPr/>
      <dgm:t>
        <a:bodyPr/>
        <a:lstStyle/>
        <a:p>
          <a:endParaRPr lang="en-US"/>
        </a:p>
      </dgm:t>
    </dgm:pt>
    <dgm:pt modelId="{42CB3835-CF3F-47DF-9BDE-F64FAB8BD6EE}" type="sibTrans" cxnId="{52E20C68-EFD7-42DF-A3AA-53F68DDF3EBE}">
      <dgm:prSet/>
      <dgm:spPr/>
      <dgm:t>
        <a:bodyPr/>
        <a:lstStyle/>
        <a:p>
          <a:endParaRPr lang="en-US"/>
        </a:p>
      </dgm:t>
    </dgm:pt>
    <dgm:pt modelId="{23374C22-8ECA-4F28-8689-C32E6FCF17ED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</a:t>
          </a:r>
          <a:r>
            <a:rPr lang="en-US" err="1">
              <a:latin typeface="Aptos Display" panose="020F0302020204030204"/>
            </a:rPr>
            <a:t>TestComplete</a:t>
          </a:r>
          <a:endParaRPr lang="en-US" err="1"/>
        </a:p>
      </dgm:t>
    </dgm:pt>
    <dgm:pt modelId="{D905A31E-70F3-4C26-ACB4-7968A3E99638}" type="parTrans" cxnId="{0D90F553-854A-4506-8C93-06779176E840}">
      <dgm:prSet/>
      <dgm:spPr/>
      <dgm:t>
        <a:bodyPr/>
        <a:lstStyle/>
        <a:p>
          <a:endParaRPr lang="en-US"/>
        </a:p>
      </dgm:t>
    </dgm:pt>
    <dgm:pt modelId="{A342DB8B-482A-4260-BF6B-99B9B4926E71}" type="sibTrans" cxnId="{0D90F553-854A-4506-8C93-06779176E840}">
      <dgm:prSet/>
      <dgm:spPr/>
      <dgm:t>
        <a:bodyPr/>
        <a:lstStyle/>
        <a:p>
          <a:endParaRPr lang="en-US"/>
        </a:p>
      </dgm:t>
    </dgm:pt>
    <dgm:pt modelId="{0792BB19-7264-473C-8CDC-D872C2EAC4EA}">
      <dgm:prSet/>
      <dgm:spPr/>
      <dgm:t>
        <a:bodyPr/>
        <a:lstStyle/>
        <a:p>
          <a:pPr rtl="0"/>
          <a:r>
            <a:rPr lang="en-US" err="1">
              <a:latin typeface="Aptos Display" panose="020F0302020204030204"/>
            </a:rPr>
            <a:t>ViTest</a:t>
          </a:r>
          <a:endParaRPr lang="en-US" err="1"/>
        </a:p>
      </dgm:t>
    </dgm:pt>
    <dgm:pt modelId="{BFF6E586-2C3B-45E6-AA5B-5D55FDC6481A}" type="parTrans" cxnId="{81474A0B-7AE2-41E0-9611-9ECD7B78D7D8}">
      <dgm:prSet/>
      <dgm:spPr/>
      <dgm:t>
        <a:bodyPr/>
        <a:lstStyle/>
        <a:p>
          <a:endParaRPr lang="en-US"/>
        </a:p>
      </dgm:t>
    </dgm:pt>
    <dgm:pt modelId="{F91FB098-B6C9-44B2-962F-EFA5520E1191}" type="sibTrans" cxnId="{81474A0B-7AE2-41E0-9611-9ECD7B78D7D8}">
      <dgm:prSet/>
      <dgm:spPr/>
      <dgm:t>
        <a:bodyPr/>
        <a:lstStyle/>
        <a:p>
          <a:endParaRPr lang="en-US"/>
        </a:p>
      </dgm:t>
    </dgm:pt>
    <dgm:pt modelId="{AA09C5EA-696C-4127-B3EF-31916A9615EF}">
      <dgm:prSet/>
      <dgm:spPr/>
      <dgm:t>
        <a:bodyPr/>
        <a:lstStyle/>
        <a:p>
          <a:pPr>
            <a:defRPr b="1"/>
          </a:pPr>
          <a:r>
            <a:rPr lang="en-US">
              <a:latin typeface="Aptos Display" panose="020F0302020204030204"/>
            </a:rPr>
            <a:t>Postman</a:t>
          </a:r>
          <a:endParaRPr lang="en-US"/>
        </a:p>
      </dgm:t>
    </dgm:pt>
    <dgm:pt modelId="{9FE3A0CA-4D3E-4CBF-9B70-A3764772E8F5}" type="parTrans" cxnId="{A1BE2E67-D2D5-4404-A619-7B863D8B7700}">
      <dgm:prSet/>
      <dgm:spPr/>
      <dgm:t>
        <a:bodyPr/>
        <a:lstStyle/>
        <a:p>
          <a:endParaRPr lang="en-US"/>
        </a:p>
      </dgm:t>
    </dgm:pt>
    <dgm:pt modelId="{AEE5BFB7-12C9-4929-9F8A-327E1A7FD028}" type="sibTrans" cxnId="{A1BE2E67-D2D5-4404-A619-7B863D8B7700}">
      <dgm:prSet/>
      <dgm:spPr/>
      <dgm:t>
        <a:bodyPr/>
        <a:lstStyle/>
        <a:p>
          <a:endParaRPr lang="en-US"/>
        </a:p>
      </dgm:t>
    </dgm:pt>
    <dgm:pt modelId="{DA888897-6D00-4091-B429-ECA0FA989C0C}">
      <dgm:prSet/>
      <dgm:spPr/>
      <dgm:t>
        <a:bodyPr/>
        <a:lstStyle/>
        <a:p>
          <a:pPr rtl="0">
            <a:defRPr b="1"/>
          </a:pPr>
          <a:r>
            <a:rPr lang="en-US">
              <a:latin typeface="Aptos Display" panose="020F0302020204030204"/>
            </a:rPr>
            <a:t>CI/CD Jenkins</a:t>
          </a:r>
          <a:endParaRPr lang="en-US"/>
        </a:p>
      </dgm:t>
    </dgm:pt>
    <dgm:pt modelId="{16806DE9-D906-4343-AAB3-7C0B6A97621E}" type="parTrans" cxnId="{CF252AF6-23F4-4435-8AA3-62919A6C5717}">
      <dgm:prSet/>
      <dgm:spPr/>
      <dgm:t>
        <a:bodyPr/>
        <a:lstStyle/>
        <a:p>
          <a:endParaRPr lang="en-US"/>
        </a:p>
      </dgm:t>
    </dgm:pt>
    <dgm:pt modelId="{1CC39CA2-E545-4A3E-86E8-0D0785659636}" type="sibTrans" cxnId="{CF252AF6-23F4-4435-8AA3-62919A6C5717}">
      <dgm:prSet/>
      <dgm:spPr/>
      <dgm:t>
        <a:bodyPr/>
        <a:lstStyle/>
        <a:p>
          <a:endParaRPr lang="en-US"/>
        </a:p>
      </dgm:t>
    </dgm:pt>
    <dgm:pt modelId="{DF7AAD61-189C-4570-902B-5AF9A9FD417F}">
      <dgm:prSet/>
      <dgm:spPr/>
      <dgm:t>
        <a:bodyPr/>
        <a:lstStyle/>
        <a:p>
          <a:pPr>
            <a:defRPr b="1"/>
          </a:pPr>
          <a:r>
            <a:rPr lang="en-US" err="1">
              <a:latin typeface="Aptos Display" panose="020F0302020204030204"/>
            </a:rPr>
            <a:t>Github</a:t>
          </a:r>
          <a:endParaRPr lang="en-US" err="1"/>
        </a:p>
      </dgm:t>
    </dgm:pt>
    <dgm:pt modelId="{A9B68A6B-66A0-46AA-AB6A-D361D40E733C}" type="parTrans" cxnId="{73DA4C4A-7624-449D-BE36-E8993815E97C}">
      <dgm:prSet/>
      <dgm:spPr/>
      <dgm:t>
        <a:bodyPr/>
        <a:lstStyle/>
        <a:p>
          <a:endParaRPr lang="en-US"/>
        </a:p>
      </dgm:t>
    </dgm:pt>
    <dgm:pt modelId="{0D0A50BE-E66D-48CC-B21A-22D881902A4F}" type="sibTrans" cxnId="{73DA4C4A-7624-449D-BE36-E8993815E97C}">
      <dgm:prSet/>
      <dgm:spPr/>
      <dgm:t>
        <a:bodyPr/>
        <a:lstStyle/>
        <a:p>
          <a:endParaRPr lang="en-US"/>
        </a:p>
      </dgm:t>
    </dgm:pt>
    <dgm:pt modelId="{27EED23D-633C-4A15-9FB0-F8D5BF1423F9}">
      <dgm:prSet phldrT="[Text]" phldr="0"/>
      <dgm:spPr/>
      <dgm:t>
        <a:bodyPr/>
        <a:lstStyle/>
        <a:p>
          <a:pPr rtl="0">
            <a:defRPr b="1"/>
          </a:pPr>
          <a:r>
            <a:rPr lang="en-US" err="1">
              <a:latin typeface="Aptos Display" panose="020F0302020204030204"/>
            </a:rPr>
            <a:t>VSCode</a:t>
          </a:r>
          <a:r>
            <a:rPr lang="en-US">
              <a:latin typeface="Aptos Display" panose="020F0302020204030204"/>
            </a:rPr>
            <a:t> / Cursor</a:t>
          </a:r>
        </a:p>
      </dgm:t>
    </dgm:pt>
    <dgm:pt modelId="{03E1E0EC-C502-473B-80E6-7E030A0E7467}" type="parTrans" cxnId="{C8FEFCC9-BC81-466E-AC0C-57A5659803BA}">
      <dgm:prSet/>
      <dgm:spPr/>
    </dgm:pt>
    <dgm:pt modelId="{A2159215-A1AD-42AF-8B58-1D6F8DC1D679}" type="sibTrans" cxnId="{C8FEFCC9-BC81-466E-AC0C-57A5659803BA}">
      <dgm:prSet/>
      <dgm:spPr/>
    </dgm:pt>
    <dgm:pt modelId="{12C5EBD3-375D-42D8-BCF8-A06AF4A51597}" type="pres">
      <dgm:prSet presAssocID="{EF7BBA38-FE97-4F22-93B8-AF3FDC453AD7}" presName="diagram" presStyleCnt="0">
        <dgm:presLayoutVars>
          <dgm:dir/>
          <dgm:resizeHandles val="exact"/>
        </dgm:presLayoutVars>
      </dgm:prSet>
      <dgm:spPr/>
    </dgm:pt>
    <dgm:pt modelId="{03BA0631-7970-406A-839E-370F53EADE71}" type="pres">
      <dgm:prSet presAssocID="{208F61F1-8148-431D-BD73-FDAC242F4B48}" presName="node" presStyleLbl="node1" presStyleIdx="0" presStyleCnt="5">
        <dgm:presLayoutVars>
          <dgm:bulletEnabled val="1"/>
        </dgm:presLayoutVars>
      </dgm:prSet>
      <dgm:spPr/>
    </dgm:pt>
    <dgm:pt modelId="{2C04888C-95A6-44D0-8781-81D3CFDC2923}" type="pres">
      <dgm:prSet presAssocID="{42CB3835-CF3F-47DF-9BDE-F64FAB8BD6EE}" presName="sibTrans" presStyleCnt="0"/>
      <dgm:spPr/>
    </dgm:pt>
    <dgm:pt modelId="{D827629F-CC16-474C-A578-0BBD9720292B}" type="pres">
      <dgm:prSet presAssocID="{AA09C5EA-696C-4127-B3EF-31916A9615EF}" presName="node" presStyleLbl="node1" presStyleIdx="1" presStyleCnt="5">
        <dgm:presLayoutVars>
          <dgm:bulletEnabled val="1"/>
        </dgm:presLayoutVars>
      </dgm:prSet>
      <dgm:spPr/>
    </dgm:pt>
    <dgm:pt modelId="{16BCA972-D896-4975-A148-94671D826EAA}" type="pres">
      <dgm:prSet presAssocID="{AEE5BFB7-12C9-4929-9F8A-327E1A7FD028}" presName="sibTrans" presStyleCnt="0"/>
      <dgm:spPr/>
    </dgm:pt>
    <dgm:pt modelId="{98B39074-5C51-40A0-AD60-5989723EF952}" type="pres">
      <dgm:prSet presAssocID="{DA888897-6D00-4091-B429-ECA0FA989C0C}" presName="node" presStyleLbl="node1" presStyleIdx="2" presStyleCnt="5">
        <dgm:presLayoutVars>
          <dgm:bulletEnabled val="1"/>
        </dgm:presLayoutVars>
      </dgm:prSet>
      <dgm:spPr/>
    </dgm:pt>
    <dgm:pt modelId="{933C5654-168F-48C3-9D57-16BC9A160C53}" type="pres">
      <dgm:prSet presAssocID="{1CC39CA2-E545-4A3E-86E8-0D0785659636}" presName="sibTrans" presStyleCnt="0"/>
      <dgm:spPr/>
    </dgm:pt>
    <dgm:pt modelId="{209539EA-63C0-466A-88FB-E9217713E7AF}" type="pres">
      <dgm:prSet presAssocID="{DF7AAD61-189C-4570-902B-5AF9A9FD417F}" presName="node" presStyleLbl="node1" presStyleIdx="3" presStyleCnt="5">
        <dgm:presLayoutVars>
          <dgm:bulletEnabled val="1"/>
        </dgm:presLayoutVars>
      </dgm:prSet>
      <dgm:spPr/>
    </dgm:pt>
    <dgm:pt modelId="{B0306817-33A9-476A-99DF-A4DC0436ABE6}" type="pres">
      <dgm:prSet presAssocID="{0D0A50BE-E66D-48CC-B21A-22D881902A4F}" presName="sibTrans" presStyleCnt="0"/>
      <dgm:spPr/>
    </dgm:pt>
    <dgm:pt modelId="{A71142A7-F98C-4635-A185-C20EEE347F29}" type="pres">
      <dgm:prSet presAssocID="{27EED23D-633C-4A15-9FB0-F8D5BF1423F9}" presName="node" presStyleLbl="node1" presStyleIdx="4" presStyleCnt="5">
        <dgm:presLayoutVars>
          <dgm:bulletEnabled val="1"/>
        </dgm:presLayoutVars>
      </dgm:prSet>
      <dgm:spPr/>
    </dgm:pt>
  </dgm:ptLst>
  <dgm:cxnLst>
    <dgm:cxn modelId="{81474A0B-7AE2-41E0-9611-9ECD7B78D7D8}" srcId="{208F61F1-8148-431D-BD73-FDAC242F4B48}" destId="{0792BB19-7264-473C-8CDC-D872C2EAC4EA}" srcOrd="1" destOrd="0" parTransId="{BFF6E586-2C3B-45E6-AA5B-5D55FDC6481A}" sibTransId="{F91FB098-B6C9-44B2-962F-EFA5520E1191}"/>
    <dgm:cxn modelId="{9CBD761B-68EC-45C6-AA67-5F1690301427}" type="presOf" srcId="{0792BB19-7264-473C-8CDC-D872C2EAC4EA}" destId="{03BA0631-7970-406A-839E-370F53EADE71}" srcOrd="0" destOrd="2" presId="urn:microsoft.com/office/officeart/2005/8/layout/default"/>
    <dgm:cxn modelId="{119D2624-3FF0-49D6-8249-558027214AC2}" type="presOf" srcId="{EF7BBA38-FE97-4F22-93B8-AF3FDC453AD7}" destId="{12C5EBD3-375D-42D8-BCF8-A06AF4A51597}" srcOrd="0" destOrd="0" presId="urn:microsoft.com/office/officeart/2005/8/layout/default"/>
    <dgm:cxn modelId="{24F09243-0CFE-459A-B42A-DE67773827FC}" type="presOf" srcId="{27EED23D-633C-4A15-9FB0-F8D5BF1423F9}" destId="{A71142A7-F98C-4635-A185-C20EEE347F29}" srcOrd="0" destOrd="0" presId="urn:microsoft.com/office/officeart/2005/8/layout/default"/>
    <dgm:cxn modelId="{A1BE2E67-D2D5-4404-A619-7B863D8B7700}" srcId="{EF7BBA38-FE97-4F22-93B8-AF3FDC453AD7}" destId="{AA09C5EA-696C-4127-B3EF-31916A9615EF}" srcOrd="1" destOrd="0" parTransId="{9FE3A0CA-4D3E-4CBF-9B70-A3764772E8F5}" sibTransId="{AEE5BFB7-12C9-4929-9F8A-327E1A7FD028}"/>
    <dgm:cxn modelId="{52E20C68-EFD7-42DF-A3AA-53F68DDF3EBE}" srcId="{EF7BBA38-FE97-4F22-93B8-AF3FDC453AD7}" destId="{208F61F1-8148-431D-BD73-FDAC242F4B48}" srcOrd="0" destOrd="0" parTransId="{3CB2432B-F02D-4B39-B3B0-B40FB657854A}" sibTransId="{42CB3835-CF3F-47DF-9BDE-F64FAB8BD6EE}"/>
    <dgm:cxn modelId="{73DA4C4A-7624-449D-BE36-E8993815E97C}" srcId="{EF7BBA38-FE97-4F22-93B8-AF3FDC453AD7}" destId="{DF7AAD61-189C-4570-902B-5AF9A9FD417F}" srcOrd="3" destOrd="0" parTransId="{A9B68A6B-66A0-46AA-AB6A-D361D40E733C}" sibTransId="{0D0A50BE-E66D-48CC-B21A-22D881902A4F}"/>
    <dgm:cxn modelId="{0D90F553-854A-4506-8C93-06779176E840}" srcId="{208F61F1-8148-431D-BD73-FDAC242F4B48}" destId="{23374C22-8ECA-4F28-8689-C32E6FCF17ED}" srcOrd="0" destOrd="0" parTransId="{D905A31E-70F3-4C26-ACB4-7968A3E99638}" sibTransId="{A342DB8B-482A-4260-BF6B-99B9B4926E71}"/>
    <dgm:cxn modelId="{93FE207F-CA2C-485B-9574-E93ACE5E4E3F}" type="presOf" srcId="{AA09C5EA-696C-4127-B3EF-31916A9615EF}" destId="{D827629F-CC16-474C-A578-0BBD9720292B}" srcOrd="0" destOrd="0" presId="urn:microsoft.com/office/officeart/2005/8/layout/default"/>
    <dgm:cxn modelId="{6C57A99E-C82E-4C74-B40B-F1BB40665789}" type="presOf" srcId="{DA888897-6D00-4091-B429-ECA0FA989C0C}" destId="{98B39074-5C51-40A0-AD60-5989723EF952}" srcOrd="0" destOrd="0" presId="urn:microsoft.com/office/officeart/2005/8/layout/default"/>
    <dgm:cxn modelId="{C8FEFCC9-BC81-466E-AC0C-57A5659803BA}" srcId="{EF7BBA38-FE97-4F22-93B8-AF3FDC453AD7}" destId="{27EED23D-633C-4A15-9FB0-F8D5BF1423F9}" srcOrd="4" destOrd="0" parTransId="{03E1E0EC-C502-473B-80E6-7E030A0E7467}" sibTransId="{A2159215-A1AD-42AF-8B58-1D6F8DC1D679}"/>
    <dgm:cxn modelId="{3C7C91D6-4B6B-40B5-AE79-A585C077DE35}" type="presOf" srcId="{23374C22-8ECA-4F28-8689-C32E6FCF17ED}" destId="{03BA0631-7970-406A-839E-370F53EADE71}" srcOrd="0" destOrd="1" presId="urn:microsoft.com/office/officeart/2005/8/layout/default"/>
    <dgm:cxn modelId="{09D7E4E1-C986-4069-AA3B-226E48A1FE2A}" type="presOf" srcId="{208F61F1-8148-431D-BD73-FDAC242F4B48}" destId="{03BA0631-7970-406A-839E-370F53EADE71}" srcOrd="0" destOrd="0" presId="urn:microsoft.com/office/officeart/2005/8/layout/default"/>
    <dgm:cxn modelId="{34901CE9-1E28-4809-B18F-DBD8A5499B74}" type="presOf" srcId="{DF7AAD61-189C-4570-902B-5AF9A9FD417F}" destId="{209539EA-63C0-466A-88FB-E9217713E7AF}" srcOrd="0" destOrd="0" presId="urn:microsoft.com/office/officeart/2005/8/layout/default"/>
    <dgm:cxn modelId="{CF252AF6-23F4-4435-8AA3-62919A6C5717}" srcId="{EF7BBA38-FE97-4F22-93B8-AF3FDC453AD7}" destId="{DA888897-6D00-4091-B429-ECA0FA989C0C}" srcOrd="2" destOrd="0" parTransId="{16806DE9-D906-4343-AAB3-7C0B6A97621E}" sibTransId="{1CC39CA2-E545-4A3E-86E8-0D0785659636}"/>
    <dgm:cxn modelId="{89B30106-5ECE-4B61-861E-FCD22E9705BF}" type="presParOf" srcId="{12C5EBD3-375D-42D8-BCF8-A06AF4A51597}" destId="{03BA0631-7970-406A-839E-370F53EADE71}" srcOrd="0" destOrd="0" presId="urn:microsoft.com/office/officeart/2005/8/layout/default"/>
    <dgm:cxn modelId="{7528D9BA-1F8D-41EB-B52F-123F0BE06EAF}" type="presParOf" srcId="{12C5EBD3-375D-42D8-BCF8-A06AF4A51597}" destId="{2C04888C-95A6-44D0-8781-81D3CFDC2923}" srcOrd="1" destOrd="0" presId="urn:microsoft.com/office/officeart/2005/8/layout/default"/>
    <dgm:cxn modelId="{CC861C9B-0D38-4C82-A54B-A8F8B87D3532}" type="presParOf" srcId="{12C5EBD3-375D-42D8-BCF8-A06AF4A51597}" destId="{D827629F-CC16-474C-A578-0BBD9720292B}" srcOrd="2" destOrd="0" presId="urn:microsoft.com/office/officeart/2005/8/layout/default"/>
    <dgm:cxn modelId="{AA8158A2-C541-45C9-A769-3F22E31681AB}" type="presParOf" srcId="{12C5EBD3-375D-42D8-BCF8-A06AF4A51597}" destId="{16BCA972-D896-4975-A148-94671D826EAA}" srcOrd="3" destOrd="0" presId="urn:microsoft.com/office/officeart/2005/8/layout/default"/>
    <dgm:cxn modelId="{37C69769-8D55-442C-AED3-7BA947447A62}" type="presParOf" srcId="{12C5EBD3-375D-42D8-BCF8-A06AF4A51597}" destId="{98B39074-5C51-40A0-AD60-5989723EF952}" srcOrd="4" destOrd="0" presId="urn:microsoft.com/office/officeart/2005/8/layout/default"/>
    <dgm:cxn modelId="{76A72107-1A6C-41C7-B49D-172B53899893}" type="presParOf" srcId="{12C5EBD3-375D-42D8-BCF8-A06AF4A51597}" destId="{933C5654-168F-48C3-9D57-16BC9A160C53}" srcOrd="5" destOrd="0" presId="urn:microsoft.com/office/officeart/2005/8/layout/default"/>
    <dgm:cxn modelId="{66E300BC-FE2C-4D8E-9CE2-22E569EEE2CF}" type="presParOf" srcId="{12C5EBD3-375D-42D8-BCF8-A06AF4A51597}" destId="{209539EA-63C0-466A-88FB-E9217713E7AF}" srcOrd="6" destOrd="0" presId="urn:microsoft.com/office/officeart/2005/8/layout/default"/>
    <dgm:cxn modelId="{33BEFA95-00AC-41A1-9205-EE0DFAF55BF6}" type="presParOf" srcId="{12C5EBD3-375D-42D8-BCF8-A06AF4A51597}" destId="{B0306817-33A9-476A-99DF-A4DC0436ABE6}" srcOrd="7" destOrd="0" presId="urn:microsoft.com/office/officeart/2005/8/layout/default"/>
    <dgm:cxn modelId="{C21531FD-7E54-49F6-AB38-87628EBD87E8}" type="presParOf" srcId="{12C5EBD3-375D-42D8-BCF8-A06AF4A51597}" destId="{A71142A7-F98C-4635-A185-C20EEE347F2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26F1CC-5B84-4AFF-9C33-C96B4ADF0DA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DDE931-C7B2-4AFA-994A-3D536C431BD7}">
      <dgm:prSet phldr="0"/>
      <dgm:spPr/>
      <dgm:t>
        <a:bodyPr/>
        <a:lstStyle/>
        <a:p>
          <a:r>
            <a:rPr lang="en-US">
              <a:latin typeface="Aptos Display" panose="020F0302020204030204"/>
            </a:rPr>
            <a:t>.</a:t>
          </a:r>
          <a:r>
            <a:rPr lang="en-US" err="1">
              <a:latin typeface="Aptos Display" panose="020F0302020204030204"/>
            </a:rPr>
            <a:t>jenkinsfile</a:t>
          </a:r>
          <a:endParaRPr lang="en-US"/>
        </a:p>
      </dgm:t>
    </dgm:pt>
    <dgm:pt modelId="{0CC0F6F5-8DB2-4036-BDA6-C1F19743CAA4}" type="parTrans" cxnId="{65516483-50A0-4D18-A2D8-D78736EF20FD}">
      <dgm:prSet/>
      <dgm:spPr/>
      <dgm:t>
        <a:bodyPr/>
        <a:lstStyle/>
        <a:p>
          <a:endParaRPr lang="en-US"/>
        </a:p>
      </dgm:t>
    </dgm:pt>
    <dgm:pt modelId="{CAE1C2D6-90D2-4CE8-9AE0-46AA2E6D8201}" type="sibTrans" cxnId="{65516483-50A0-4D18-A2D8-D78736EF20FD}">
      <dgm:prSet/>
      <dgm:spPr/>
      <dgm:t>
        <a:bodyPr/>
        <a:lstStyle/>
        <a:p>
          <a:endParaRPr lang="en-US"/>
        </a:p>
      </dgm:t>
    </dgm:pt>
    <dgm:pt modelId="{17945B1C-0E54-48A8-AD3B-4BBE71457426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Equivalent to </a:t>
          </a:r>
          <a:r>
            <a:rPr lang="en-US" err="1">
              <a:latin typeface="Aptos Display" panose="020F0302020204030204"/>
            </a:rPr>
            <a:t>Github</a:t>
          </a:r>
          <a:r>
            <a:rPr lang="en-US">
              <a:latin typeface="Aptos Display" panose="020F0302020204030204"/>
            </a:rPr>
            <a:t> Actions .</a:t>
          </a:r>
          <a:r>
            <a:rPr lang="en-US" err="1">
              <a:latin typeface="Aptos Display" panose="020F0302020204030204"/>
            </a:rPr>
            <a:t>yml</a:t>
          </a:r>
          <a:endParaRPr lang="en-US"/>
        </a:p>
      </dgm:t>
    </dgm:pt>
    <dgm:pt modelId="{CE2EA5E8-F042-4116-9E46-EC1AC52DDB91}" type="parTrans" cxnId="{A0FAFCA5-0855-4607-9B4C-807CFF7BCECB}">
      <dgm:prSet/>
      <dgm:spPr/>
      <dgm:t>
        <a:bodyPr/>
        <a:lstStyle/>
        <a:p>
          <a:endParaRPr lang="en-US"/>
        </a:p>
      </dgm:t>
    </dgm:pt>
    <dgm:pt modelId="{727848AE-B33B-4E33-B403-423FC90F674A}" type="sibTrans" cxnId="{A0FAFCA5-0855-4607-9B4C-807CFF7BCECB}">
      <dgm:prSet/>
      <dgm:spPr/>
      <dgm:t>
        <a:bodyPr/>
        <a:lstStyle/>
        <a:p>
          <a:endParaRPr lang="en-US"/>
        </a:p>
      </dgm:t>
    </dgm:pt>
    <dgm:pt modelId="{F52FA441-A462-4BAD-8E7D-80F1F65946F3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Defines entire pipeline</a:t>
          </a:r>
          <a:endParaRPr lang="en-US"/>
        </a:p>
      </dgm:t>
    </dgm:pt>
    <dgm:pt modelId="{AEA5DE82-AEE3-4878-99DA-EAABE4170754}" type="parTrans" cxnId="{57D22601-5BFE-4FE9-B14D-329B628B19D2}">
      <dgm:prSet/>
      <dgm:spPr/>
      <dgm:t>
        <a:bodyPr/>
        <a:lstStyle/>
        <a:p>
          <a:endParaRPr lang="en-US"/>
        </a:p>
      </dgm:t>
    </dgm:pt>
    <dgm:pt modelId="{8178A6C7-4ED3-4EA8-A2BC-B2657EA8FC70}" type="sibTrans" cxnId="{57D22601-5BFE-4FE9-B14D-329B628B19D2}">
      <dgm:prSet/>
      <dgm:spPr/>
      <dgm:t>
        <a:bodyPr/>
        <a:lstStyle/>
        <a:p>
          <a:endParaRPr lang="en-US"/>
        </a:p>
      </dgm:t>
    </dgm:pt>
    <dgm:pt modelId="{3C6A1154-09C1-4E91-B604-74935BDA662C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Copying Build Artifacts</a:t>
          </a:r>
          <a:endParaRPr lang="en-US"/>
        </a:p>
      </dgm:t>
    </dgm:pt>
    <dgm:pt modelId="{7F82B385-EF9C-4764-8756-F519ECCCC73F}" type="parTrans" cxnId="{4DDB1F9F-37C4-4C7C-BA03-6D3CFE2ABE92}">
      <dgm:prSet/>
      <dgm:spPr/>
      <dgm:t>
        <a:bodyPr/>
        <a:lstStyle/>
        <a:p>
          <a:endParaRPr lang="en-US"/>
        </a:p>
      </dgm:t>
    </dgm:pt>
    <dgm:pt modelId="{3A85427E-3EC7-40E8-9B65-3E7FBCAC3E79}" type="sibTrans" cxnId="{4DDB1F9F-37C4-4C7C-BA03-6D3CFE2ABE92}">
      <dgm:prSet/>
      <dgm:spPr/>
      <dgm:t>
        <a:bodyPr/>
        <a:lstStyle/>
        <a:p>
          <a:endParaRPr lang="en-US"/>
        </a:p>
      </dgm:t>
    </dgm:pt>
    <dgm:pt modelId="{140BF333-0D45-429D-8F1D-188399E217C6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Get latest builds directly from build machine or s3</a:t>
          </a:r>
          <a:endParaRPr lang="en-US"/>
        </a:p>
      </dgm:t>
    </dgm:pt>
    <dgm:pt modelId="{380C6955-00A0-419D-8830-0675EDF2E9DC}" type="parTrans" cxnId="{B4D88B30-DC64-418B-93EC-CACA5A577D33}">
      <dgm:prSet/>
      <dgm:spPr/>
      <dgm:t>
        <a:bodyPr/>
        <a:lstStyle/>
        <a:p>
          <a:endParaRPr lang="en-US"/>
        </a:p>
      </dgm:t>
    </dgm:pt>
    <dgm:pt modelId="{82ECCB9A-5668-4583-B460-524FD032619B}" type="sibTrans" cxnId="{B4D88B30-DC64-418B-93EC-CACA5A577D33}">
      <dgm:prSet/>
      <dgm:spPr/>
      <dgm:t>
        <a:bodyPr/>
        <a:lstStyle/>
        <a:p>
          <a:endParaRPr lang="en-US"/>
        </a:p>
      </dgm:t>
    </dgm:pt>
    <dgm:pt modelId="{3976ABA5-0E70-4E86-86AE-E7E3964A66D6}">
      <dgm:prSet phldr="0"/>
      <dgm:spPr/>
      <dgm:t>
        <a:bodyPr/>
        <a:lstStyle/>
        <a:p>
          <a:pPr rtl="0"/>
          <a:r>
            <a:rPr lang="en-US" sz="1800">
              <a:latin typeface="Aptos Display" panose="020F0302020204030204"/>
            </a:rPr>
            <a:t>Jenkins Agent</a:t>
          </a:r>
        </a:p>
      </dgm:t>
    </dgm:pt>
    <dgm:pt modelId="{F4B19C1E-319A-45A8-9771-1F22DD7AB518}" type="parTrans" cxnId="{0B469181-E4CA-4DE8-9B05-B5D5C5935571}">
      <dgm:prSet/>
      <dgm:spPr/>
      <dgm:t>
        <a:bodyPr/>
        <a:lstStyle/>
        <a:p>
          <a:endParaRPr lang="en-US"/>
        </a:p>
      </dgm:t>
    </dgm:pt>
    <dgm:pt modelId="{A9277ED2-77F1-4069-A84B-3BC1C4D15AF0}" type="sibTrans" cxnId="{0B469181-E4CA-4DE8-9B05-B5D5C5935571}">
      <dgm:prSet/>
      <dgm:spPr/>
      <dgm:t>
        <a:bodyPr/>
        <a:lstStyle/>
        <a:p>
          <a:endParaRPr lang="en-US"/>
        </a:p>
      </dgm:t>
    </dgm:pt>
    <dgm:pt modelId="{AA7B184C-886A-446E-A322-73670423995C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Instance which runs a Jenkins job</a:t>
          </a:r>
          <a:endParaRPr lang="en-US" sz="1400"/>
        </a:p>
      </dgm:t>
    </dgm:pt>
    <dgm:pt modelId="{07830673-41A9-42A0-A249-B39869AFE985}" type="parTrans" cxnId="{BAC62A6B-244F-4068-8F2F-BAA5A957497B}">
      <dgm:prSet/>
      <dgm:spPr/>
    </dgm:pt>
    <dgm:pt modelId="{E7169A2E-879B-4113-9AC2-6EA415EB3D36}" type="sibTrans" cxnId="{BAC62A6B-244F-4068-8F2F-BAA5A957497B}">
      <dgm:prSet/>
      <dgm:spPr/>
    </dgm:pt>
    <dgm:pt modelId="{1D9C026B-DB66-47D9-9342-4B0D360D3FA3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Utilizes Jenkins Cloud to spawn/teardown ephemeral ec2 instances from an AMI for scalability</a:t>
          </a:r>
        </a:p>
      </dgm:t>
    </dgm:pt>
    <dgm:pt modelId="{5913F6B1-CD28-4B41-ACFC-561F4DA35A9E}" type="parTrans" cxnId="{ED905E9F-8232-40AD-B51F-E77620C5548C}">
      <dgm:prSet/>
      <dgm:spPr/>
    </dgm:pt>
    <dgm:pt modelId="{6A4053FB-83F7-4999-AB75-7EBE01226F18}" type="sibTrans" cxnId="{ED905E9F-8232-40AD-B51F-E77620C5548C}">
      <dgm:prSet/>
      <dgm:spPr/>
    </dgm:pt>
    <dgm:pt modelId="{F2CF6028-BFA4-4EFF-9996-4357A9E17526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Build artifacts</a:t>
          </a:r>
        </a:p>
      </dgm:t>
    </dgm:pt>
    <dgm:pt modelId="{002EE831-BF83-4832-9670-2F774AA01F1E}" type="parTrans" cxnId="{DFBD8626-B067-42AC-BF6E-DA8B01B1E12C}">
      <dgm:prSet/>
      <dgm:spPr/>
    </dgm:pt>
    <dgm:pt modelId="{38F27CA3-1EC1-426F-A1D7-3FC0E79EB625}" type="sibTrans" cxnId="{DFBD8626-B067-42AC-BF6E-DA8B01B1E12C}">
      <dgm:prSet/>
      <dgm:spPr/>
    </dgm:pt>
    <dgm:pt modelId="{D71AD4DC-03F5-47B3-8BFE-050A7918C645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Test Results / Slack integration</a:t>
          </a:r>
        </a:p>
      </dgm:t>
    </dgm:pt>
    <dgm:pt modelId="{E2891EBB-7FDD-474C-95A0-22FEEAA1928D}" type="parTrans" cxnId="{FF4D5BE6-FF7A-4AC1-BDB8-01556DA44D43}">
      <dgm:prSet/>
      <dgm:spPr/>
    </dgm:pt>
    <dgm:pt modelId="{A36D6C63-D220-41AC-B92C-E2A7B8988914}" type="sibTrans" cxnId="{FF4D5BE6-FF7A-4AC1-BDB8-01556DA44D43}">
      <dgm:prSet/>
      <dgm:spPr/>
    </dgm:pt>
    <dgm:pt modelId="{576E72DD-DA15-4484-9551-544A45D05C27}">
      <dgm:prSet phldrT="[Text]"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Can schedule builds or determine triggers</a:t>
          </a:r>
        </a:p>
      </dgm:t>
    </dgm:pt>
    <dgm:pt modelId="{62163230-37EB-4990-9CB4-E7051DB8B81D}" type="parTrans" cxnId="{3322314D-029F-435A-B0D8-8A3EB26B7BAA}">
      <dgm:prSet/>
      <dgm:spPr/>
    </dgm:pt>
    <dgm:pt modelId="{9AC2E51F-6BE0-49B6-A102-610C2F49A33A}" type="sibTrans" cxnId="{3322314D-029F-435A-B0D8-8A3EB26B7BAA}">
      <dgm:prSet/>
      <dgm:spPr/>
    </dgm:pt>
    <dgm:pt modelId="{BA9B2A80-8E67-408F-BCD5-F1D0F1EC1CD1}">
      <dgm:prSet phldrT="[Text]" phldr="0"/>
      <dgm:spPr/>
      <dgm:t>
        <a:bodyPr/>
        <a:lstStyle/>
        <a:p>
          <a:r>
            <a:rPr lang="en-US" sz="1800">
              <a:latin typeface="Aptos Display" panose="020F0302020204030204"/>
            </a:rPr>
            <a:t>Specify branch</a:t>
          </a:r>
        </a:p>
      </dgm:t>
    </dgm:pt>
    <dgm:pt modelId="{C357F3A9-C0D1-49AB-8E86-23EF3C2043D1}" type="parTrans" cxnId="{DFA14F95-5D10-4E35-992A-CEFAC98C3C2B}">
      <dgm:prSet/>
      <dgm:spPr/>
    </dgm:pt>
    <dgm:pt modelId="{51200217-CFF0-4665-8838-C39EB19A8C4B}" type="sibTrans" cxnId="{DFA14F95-5D10-4E35-992A-CEFAC98C3C2B}">
      <dgm:prSet/>
      <dgm:spPr/>
    </dgm:pt>
    <dgm:pt modelId="{3D3BB9D6-EA1F-4038-9E22-90EF6D336967}" type="pres">
      <dgm:prSet presAssocID="{3126F1CC-5B84-4AFF-9C33-C96B4ADF0DAD}" presName="linear" presStyleCnt="0">
        <dgm:presLayoutVars>
          <dgm:dir/>
          <dgm:animLvl val="lvl"/>
          <dgm:resizeHandles val="exact"/>
        </dgm:presLayoutVars>
      </dgm:prSet>
      <dgm:spPr/>
    </dgm:pt>
    <dgm:pt modelId="{0B4DD64E-40B1-43F8-A02F-6CA656FCDBAB}" type="pres">
      <dgm:prSet presAssocID="{C7DDE931-C7B2-4AFA-994A-3D536C431BD7}" presName="parentLin" presStyleCnt="0"/>
      <dgm:spPr/>
    </dgm:pt>
    <dgm:pt modelId="{AE19B3D6-BF86-4CBD-BE04-06E6785319DF}" type="pres">
      <dgm:prSet presAssocID="{C7DDE931-C7B2-4AFA-994A-3D536C431BD7}" presName="parentLeftMargin" presStyleLbl="node1" presStyleIdx="0" presStyleCnt="3"/>
      <dgm:spPr/>
    </dgm:pt>
    <dgm:pt modelId="{659CC047-736D-4FC7-A682-4CE5712C7E91}" type="pres">
      <dgm:prSet presAssocID="{C7DDE931-C7B2-4AFA-994A-3D536C431B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7F3AFB-AF38-4752-8A75-578BE22EDCCC}" type="pres">
      <dgm:prSet presAssocID="{C7DDE931-C7B2-4AFA-994A-3D536C431BD7}" presName="negativeSpace" presStyleCnt="0"/>
      <dgm:spPr/>
    </dgm:pt>
    <dgm:pt modelId="{E68E12DB-1901-459D-84F4-C7623FE9AB0D}" type="pres">
      <dgm:prSet presAssocID="{C7DDE931-C7B2-4AFA-994A-3D536C431BD7}" presName="childText" presStyleLbl="conFgAcc1" presStyleIdx="0" presStyleCnt="3">
        <dgm:presLayoutVars>
          <dgm:bulletEnabled val="1"/>
        </dgm:presLayoutVars>
      </dgm:prSet>
      <dgm:spPr/>
    </dgm:pt>
    <dgm:pt modelId="{E1BB34D6-C542-4602-8544-C30152A8DA5C}" type="pres">
      <dgm:prSet presAssocID="{CAE1C2D6-90D2-4CE8-9AE0-46AA2E6D8201}" presName="spaceBetweenRectangles" presStyleCnt="0"/>
      <dgm:spPr/>
    </dgm:pt>
    <dgm:pt modelId="{0621DEF2-2049-4031-B417-26806D0D7F3F}" type="pres">
      <dgm:prSet presAssocID="{3C6A1154-09C1-4E91-B604-74935BDA662C}" presName="parentLin" presStyleCnt="0"/>
      <dgm:spPr/>
    </dgm:pt>
    <dgm:pt modelId="{91DF8ACA-C8DC-46CA-8A46-B3353ECAC75C}" type="pres">
      <dgm:prSet presAssocID="{3C6A1154-09C1-4E91-B604-74935BDA662C}" presName="parentLeftMargin" presStyleLbl="node1" presStyleIdx="0" presStyleCnt="3"/>
      <dgm:spPr/>
    </dgm:pt>
    <dgm:pt modelId="{2A8F48FD-7B38-438F-92FC-47A1A1025614}" type="pres">
      <dgm:prSet presAssocID="{3C6A1154-09C1-4E91-B604-74935BDA66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DFB4496-55EB-4671-A3FE-FE6077D3B5B0}" type="pres">
      <dgm:prSet presAssocID="{3C6A1154-09C1-4E91-B604-74935BDA662C}" presName="negativeSpace" presStyleCnt="0"/>
      <dgm:spPr/>
    </dgm:pt>
    <dgm:pt modelId="{1F7B9596-3FC3-46A1-92FE-0620D37CE422}" type="pres">
      <dgm:prSet presAssocID="{3C6A1154-09C1-4E91-B604-74935BDA662C}" presName="childText" presStyleLbl="conFgAcc1" presStyleIdx="1" presStyleCnt="3">
        <dgm:presLayoutVars>
          <dgm:bulletEnabled val="1"/>
        </dgm:presLayoutVars>
      </dgm:prSet>
      <dgm:spPr/>
    </dgm:pt>
    <dgm:pt modelId="{C74166DA-DB29-4555-8DE4-4B323FD9FCF3}" type="pres">
      <dgm:prSet presAssocID="{3A85427E-3EC7-40E8-9B65-3E7FBCAC3E79}" presName="spaceBetweenRectangles" presStyleCnt="0"/>
      <dgm:spPr/>
    </dgm:pt>
    <dgm:pt modelId="{0640649C-1B62-4D95-AB34-EA30F47BEC17}" type="pres">
      <dgm:prSet presAssocID="{3976ABA5-0E70-4E86-86AE-E7E3964A66D6}" presName="parentLin" presStyleCnt="0"/>
      <dgm:spPr/>
    </dgm:pt>
    <dgm:pt modelId="{4B8D2CB2-A024-42FC-9B00-B43555746715}" type="pres">
      <dgm:prSet presAssocID="{3976ABA5-0E70-4E86-86AE-E7E3964A66D6}" presName="parentLeftMargin" presStyleLbl="node1" presStyleIdx="1" presStyleCnt="3"/>
      <dgm:spPr/>
    </dgm:pt>
    <dgm:pt modelId="{66C2CBA0-9D2B-4D54-B9E7-563E7CD64CFB}" type="pres">
      <dgm:prSet presAssocID="{3976ABA5-0E70-4E86-86AE-E7E3964A66D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E108E62-0CBF-4D57-8C4E-1F0269795193}" type="pres">
      <dgm:prSet presAssocID="{3976ABA5-0E70-4E86-86AE-E7E3964A66D6}" presName="negativeSpace" presStyleCnt="0"/>
      <dgm:spPr/>
    </dgm:pt>
    <dgm:pt modelId="{B332DB75-2D4E-4FC7-A3E2-BCC4D702B1A3}" type="pres">
      <dgm:prSet presAssocID="{3976ABA5-0E70-4E86-86AE-E7E3964A66D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265D00-9E6C-4D11-A8F5-AAC57AE4AFC7}" type="presOf" srcId="{3976ABA5-0E70-4E86-86AE-E7E3964A66D6}" destId="{4B8D2CB2-A024-42FC-9B00-B43555746715}" srcOrd="0" destOrd="0" presId="urn:microsoft.com/office/officeart/2005/8/layout/list1"/>
    <dgm:cxn modelId="{57D22601-5BFE-4FE9-B14D-329B628B19D2}" srcId="{C7DDE931-C7B2-4AFA-994A-3D536C431BD7}" destId="{F52FA441-A462-4BAD-8E7D-80F1F65946F3}" srcOrd="1" destOrd="0" parTransId="{AEA5DE82-AEE3-4878-99DA-EAABE4170754}" sibTransId="{8178A6C7-4ED3-4EA8-A2BC-B2657EA8FC70}"/>
    <dgm:cxn modelId="{B0630610-6ED1-436F-85F6-1886AFADAA9C}" type="presOf" srcId="{576E72DD-DA15-4484-9551-544A45D05C27}" destId="{E68E12DB-1901-459D-84F4-C7623FE9AB0D}" srcOrd="0" destOrd="2" presId="urn:microsoft.com/office/officeart/2005/8/layout/list1"/>
    <dgm:cxn modelId="{7E00971A-6082-4AEF-86E2-A9B6BA2A0EC3}" type="presOf" srcId="{140BF333-0D45-429D-8F1D-188399E217C6}" destId="{1F7B9596-3FC3-46A1-92FE-0620D37CE422}" srcOrd="0" destOrd="0" presId="urn:microsoft.com/office/officeart/2005/8/layout/list1"/>
    <dgm:cxn modelId="{E9A2841F-1BDA-468B-8DF0-31A565D30F62}" type="presOf" srcId="{F52FA441-A462-4BAD-8E7D-80F1F65946F3}" destId="{E68E12DB-1901-459D-84F4-C7623FE9AB0D}" srcOrd="0" destOrd="1" presId="urn:microsoft.com/office/officeart/2005/8/layout/list1"/>
    <dgm:cxn modelId="{E6238B25-31E0-4531-8B53-683DCDAF99F2}" type="presOf" srcId="{BA9B2A80-8E67-408F-BCD5-F1D0F1EC1CD1}" destId="{1F7B9596-3FC3-46A1-92FE-0620D37CE422}" srcOrd="0" destOrd="1" presId="urn:microsoft.com/office/officeart/2005/8/layout/list1"/>
    <dgm:cxn modelId="{DFBD8626-B067-42AC-BF6E-DA8B01B1E12C}" srcId="{3976ABA5-0E70-4E86-86AE-E7E3964A66D6}" destId="{F2CF6028-BFA4-4EFF-9996-4357A9E17526}" srcOrd="2" destOrd="0" parTransId="{002EE831-BF83-4832-9670-2F774AA01F1E}" sibTransId="{38F27CA3-1EC1-426F-A1D7-3FC0E79EB625}"/>
    <dgm:cxn modelId="{015E0828-FFDF-4290-8CA1-6B4642A8F6B7}" type="presOf" srcId="{C7DDE931-C7B2-4AFA-994A-3D536C431BD7}" destId="{659CC047-736D-4FC7-A682-4CE5712C7E91}" srcOrd="1" destOrd="0" presId="urn:microsoft.com/office/officeart/2005/8/layout/list1"/>
    <dgm:cxn modelId="{6EF0F82C-FF83-4955-8EEF-96D1A539C7BB}" type="presOf" srcId="{AA7B184C-886A-446E-A322-73670423995C}" destId="{B332DB75-2D4E-4FC7-A3E2-BCC4D702B1A3}" srcOrd="0" destOrd="0" presId="urn:microsoft.com/office/officeart/2005/8/layout/list1"/>
    <dgm:cxn modelId="{63400630-63F8-46D2-8663-A22B77F40030}" type="presOf" srcId="{17945B1C-0E54-48A8-AD3B-4BBE71457426}" destId="{E68E12DB-1901-459D-84F4-C7623FE9AB0D}" srcOrd="0" destOrd="0" presId="urn:microsoft.com/office/officeart/2005/8/layout/list1"/>
    <dgm:cxn modelId="{B4D88B30-DC64-418B-93EC-CACA5A577D33}" srcId="{3C6A1154-09C1-4E91-B604-74935BDA662C}" destId="{140BF333-0D45-429D-8F1D-188399E217C6}" srcOrd="0" destOrd="0" parTransId="{380C6955-00A0-419D-8830-0675EDF2E9DC}" sibTransId="{82ECCB9A-5668-4583-B460-524FD032619B}"/>
    <dgm:cxn modelId="{A5893460-BB2E-4FBB-98CE-C470D7F7CFF8}" type="presOf" srcId="{3976ABA5-0E70-4E86-86AE-E7E3964A66D6}" destId="{66C2CBA0-9D2B-4D54-B9E7-563E7CD64CFB}" srcOrd="1" destOrd="0" presId="urn:microsoft.com/office/officeart/2005/8/layout/list1"/>
    <dgm:cxn modelId="{BAC62A6B-244F-4068-8F2F-BAA5A957497B}" srcId="{3976ABA5-0E70-4E86-86AE-E7E3964A66D6}" destId="{AA7B184C-886A-446E-A322-73670423995C}" srcOrd="0" destOrd="0" parTransId="{07830673-41A9-42A0-A249-B39869AFE985}" sibTransId="{E7169A2E-879B-4113-9AC2-6EA415EB3D36}"/>
    <dgm:cxn modelId="{4D81E26B-A284-49FC-808A-9B9E175D8CC1}" type="presOf" srcId="{1D9C026B-DB66-47D9-9342-4B0D360D3FA3}" destId="{B332DB75-2D4E-4FC7-A3E2-BCC4D702B1A3}" srcOrd="0" destOrd="1" presId="urn:microsoft.com/office/officeart/2005/8/layout/list1"/>
    <dgm:cxn modelId="{3322314D-029F-435A-B0D8-8A3EB26B7BAA}" srcId="{C7DDE931-C7B2-4AFA-994A-3D536C431BD7}" destId="{576E72DD-DA15-4484-9551-544A45D05C27}" srcOrd="2" destOrd="0" parTransId="{62163230-37EB-4990-9CB4-E7051DB8B81D}" sibTransId="{9AC2E51F-6BE0-49B6-A102-610C2F49A33A}"/>
    <dgm:cxn modelId="{09B6D84D-3FA7-419F-A97D-3F569BF8AA22}" type="presOf" srcId="{3126F1CC-5B84-4AFF-9C33-C96B4ADF0DAD}" destId="{3D3BB9D6-EA1F-4038-9E22-90EF6D336967}" srcOrd="0" destOrd="0" presId="urn:microsoft.com/office/officeart/2005/8/layout/list1"/>
    <dgm:cxn modelId="{03C2CD51-269C-4EEF-B5FF-7515B256C432}" type="presOf" srcId="{C7DDE931-C7B2-4AFA-994A-3D536C431BD7}" destId="{AE19B3D6-BF86-4CBD-BE04-06E6785319DF}" srcOrd="0" destOrd="0" presId="urn:microsoft.com/office/officeart/2005/8/layout/list1"/>
    <dgm:cxn modelId="{C48C7154-6A6F-41B1-B8DE-80BA0F754B25}" type="presOf" srcId="{3C6A1154-09C1-4E91-B604-74935BDA662C}" destId="{91DF8ACA-C8DC-46CA-8A46-B3353ECAC75C}" srcOrd="0" destOrd="0" presId="urn:microsoft.com/office/officeart/2005/8/layout/list1"/>
    <dgm:cxn modelId="{0B469181-E4CA-4DE8-9B05-B5D5C5935571}" srcId="{3126F1CC-5B84-4AFF-9C33-C96B4ADF0DAD}" destId="{3976ABA5-0E70-4E86-86AE-E7E3964A66D6}" srcOrd="2" destOrd="0" parTransId="{F4B19C1E-319A-45A8-9771-1F22DD7AB518}" sibTransId="{A9277ED2-77F1-4069-A84B-3BC1C4D15AF0}"/>
    <dgm:cxn modelId="{65516483-50A0-4D18-A2D8-D78736EF20FD}" srcId="{3126F1CC-5B84-4AFF-9C33-C96B4ADF0DAD}" destId="{C7DDE931-C7B2-4AFA-994A-3D536C431BD7}" srcOrd="0" destOrd="0" parTransId="{0CC0F6F5-8DB2-4036-BDA6-C1F19743CAA4}" sibTransId="{CAE1C2D6-90D2-4CE8-9AE0-46AA2E6D8201}"/>
    <dgm:cxn modelId="{DFA14F95-5D10-4E35-992A-CEFAC98C3C2B}" srcId="{3C6A1154-09C1-4E91-B604-74935BDA662C}" destId="{BA9B2A80-8E67-408F-BCD5-F1D0F1EC1CD1}" srcOrd="1" destOrd="0" parTransId="{C357F3A9-C0D1-49AB-8E86-23EF3C2043D1}" sibTransId="{51200217-CFF0-4665-8838-C39EB19A8C4B}"/>
    <dgm:cxn modelId="{5E9E379B-630C-4F5D-9CE2-9B929CADD581}" type="presOf" srcId="{F2CF6028-BFA4-4EFF-9996-4357A9E17526}" destId="{B332DB75-2D4E-4FC7-A3E2-BCC4D702B1A3}" srcOrd="0" destOrd="2" presId="urn:microsoft.com/office/officeart/2005/8/layout/list1"/>
    <dgm:cxn modelId="{4DDB1F9F-37C4-4C7C-BA03-6D3CFE2ABE92}" srcId="{3126F1CC-5B84-4AFF-9C33-C96B4ADF0DAD}" destId="{3C6A1154-09C1-4E91-B604-74935BDA662C}" srcOrd="1" destOrd="0" parTransId="{7F82B385-EF9C-4764-8756-F519ECCCC73F}" sibTransId="{3A85427E-3EC7-40E8-9B65-3E7FBCAC3E79}"/>
    <dgm:cxn modelId="{ED905E9F-8232-40AD-B51F-E77620C5548C}" srcId="{3976ABA5-0E70-4E86-86AE-E7E3964A66D6}" destId="{1D9C026B-DB66-47D9-9342-4B0D360D3FA3}" srcOrd="1" destOrd="0" parTransId="{5913F6B1-CD28-4B41-ACFC-561F4DA35A9E}" sibTransId="{6A4053FB-83F7-4999-AB75-7EBE01226F18}"/>
    <dgm:cxn modelId="{A0FAFCA5-0855-4607-9B4C-807CFF7BCECB}" srcId="{C7DDE931-C7B2-4AFA-994A-3D536C431BD7}" destId="{17945B1C-0E54-48A8-AD3B-4BBE71457426}" srcOrd="0" destOrd="0" parTransId="{CE2EA5E8-F042-4116-9E46-EC1AC52DDB91}" sibTransId="{727848AE-B33B-4E33-B403-423FC90F674A}"/>
    <dgm:cxn modelId="{58AD7AD3-EF60-4579-82F7-0AC4C60678F8}" type="presOf" srcId="{3C6A1154-09C1-4E91-B604-74935BDA662C}" destId="{2A8F48FD-7B38-438F-92FC-47A1A1025614}" srcOrd="1" destOrd="0" presId="urn:microsoft.com/office/officeart/2005/8/layout/list1"/>
    <dgm:cxn modelId="{75C1DBDC-F91F-48B7-BDE6-0B97460B4934}" type="presOf" srcId="{D71AD4DC-03F5-47B3-8BFE-050A7918C645}" destId="{B332DB75-2D4E-4FC7-A3E2-BCC4D702B1A3}" srcOrd="0" destOrd="3" presId="urn:microsoft.com/office/officeart/2005/8/layout/list1"/>
    <dgm:cxn modelId="{FF4D5BE6-FF7A-4AC1-BDB8-01556DA44D43}" srcId="{3976ABA5-0E70-4E86-86AE-E7E3964A66D6}" destId="{D71AD4DC-03F5-47B3-8BFE-050A7918C645}" srcOrd="3" destOrd="0" parTransId="{E2891EBB-7FDD-474C-95A0-22FEEAA1928D}" sibTransId="{A36D6C63-D220-41AC-B92C-E2A7B8988914}"/>
    <dgm:cxn modelId="{63DDF60B-B6BE-4BFB-8B43-D67940573EBA}" type="presParOf" srcId="{3D3BB9D6-EA1F-4038-9E22-90EF6D336967}" destId="{0B4DD64E-40B1-43F8-A02F-6CA656FCDBAB}" srcOrd="0" destOrd="0" presId="urn:microsoft.com/office/officeart/2005/8/layout/list1"/>
    <dgm:cxn modelId="{99B21312-8ABA-4333-A22B-208EA83CA0D9}" type="presParOf" srcId="{0B4DD64E-40B1-43F8-A02F-6CA656FCDBAB}" destId="{AE19B3D6-BF86-4CBD-BE04-06E6785319DF}" srcOrd="0" destOrd="0" presId="urn:microsoft.com/office/officeart/2005/8/layout/list1"/>
    <dgm:cxn modelId="{A8596B9F-065B-42D3-9D14-CF3A12DC8494}" type="presParOf" srcId="{0B4DD64E-40B1-43F8-A02F-6CA656FCDBAB}" destId="{659CC047-736D-4FC7-A682-4CE5712C7E91}" srcOrd="1" destOrd="0" presId="urn:microsoft.com/office/officeart/2005/8/layout/list1"/>
    <dgm:cxn modelId="{EED5F522-1EFB-47BC-B468-DFFC1746CF97}" type="presParOf" srcId="{3D3BB9D6-EA1F-4038-9E22-90EF6D336967}" destId="{A17F3AFB-AF38-4752-8A75-578BE22EDCCC}" srcOrd="1" destOrd="0" presId="urn:microsoft.com/office/officeart/2005/8/layout/list1"/>
    <dgm:cxn modelId="{833A9A64-C180-4302-BFE3-310504DEC275}" type="presParOf" srcId="{3D3BB9D6-EA1F-4038-9E22-90EF6D336967}" destId="{E68E12DB-1901-459D-84F4-C7623FE9AB0D}" srcOrd="2" destOrd="0" presId="urn:microsoft.com/office/officeart/2005/8/layout/list1"/>
    <dgm:cxn modelId="{9F279554-0052-46B7-A93D-75A2007CBCC6}" type="presParOf" srcId="{3D3BB9D6-EA1F-4038-9E22-90EF6D336967}" destId="{E1BB34D6-C542-4602-8544-C30152A8DA5C}" srcOrd="3" destOrd="0" presId="urn:microsoft.com/office/officeart/2005/8/layout/list1"/>
    <dgm:cxn modelId="{A781FF7C-31A5-4F7C-9B0F-E4D70387718D}" type="presParOf" srcId="{3D3BB9D6-EA1F-4038-9E22-90EF6D336967}" destId="{0621DEF2-2049-4031-B417-26806D0D7F3F}" srcOrd="4" destOrd="0" presId="urn:microsoft.com/office/officeart/2005/8/layout/list1"/>
    <dgm:cxn modelId="{E348B833-4491-40AD-9E88-C2DF346768E7}" type="presParOf" srcId="{0621DEF2-2049-4031-B417-26806D0D7F3F}" destId="{91DF8ACA-C8DC-46CA-8A46-B3353ECAC75C}" srcOrd="0" destOrd="0" presId="urn:microsoft.com/office/officeart/2005/8/layout/list1"/>
    <dgm:cxn modelId="{8741253E-0B86-4C45-BEA9-47E8F05953EE}" type="presParOf" srcId="{0621DEF2-2049-4031-B417-26806D0D7F3F}" destId="{2A8F48FD-7B38-438F-92FC-47A1A1025614}" srcOrd="1" destOrd="0" presId="urn:microsoft.com/office/officeart/2005/8/layout/list1"/>
    <dgm:cxn modelId="{2E49B3A2-70AC-47F8-9A6C-BF734433D4E4}" type="presParOf" srcId="{3D3BB9D6-EA1F-4038-9E22-90EF6D336967}" destId="{3DFB4496-55EB-4671-A3FE-FE6077D3B5B0}" srcOrd="5" destOrd="0" presId="urn:microsoft.com/office/officeart/2005/8/layout/list1"/>
    <dgm:cxn modelId="{569D4C42-8283-43C2-875D-3AFC8DCC14D2}" type="presParOf" srcId="{3D3BB9D6-EA1F-4038-9E22-90EF6D336967}" destId="{1F7B9596-3FC3-46A1-92FE-0620D37CE422}" srcOrd="6" destOrd="0" presId="urn:microsoft.com/office/officeart/2005/8/layout/list1"/>
    <dgm:cxn modelId="{8FFB2321-9E39-4DE7-9703-DAA5663B8302}" type="presParOf" srcId="{3D3BB9D6-EA1F-4038-9E22-90EF6D336967}" destId="{C74166DA-DB29-4555-8DE4-4B323FD9FCF3}" srcOrd="7" destOrd="0" presId="urn:microsoft.com/office/officeart/2005/8/layout/list1"/>
    <dgm:cxn modelId="{1C74E694-096D-4DC6-9837-61F7C97E2A88}" type="presParOf" srcId="{3D3BB9D6-EA1F-4038-9E22-90EF6D336967}" destId="{0640649C-1B62-4D95-AB34-EA30F47BEC17}" srcOrd="8" destOrd="0" presId="urn:microsoft.com/office/officeart/2005/8/layout/list1"/>
    <dgm:cxn modelId="{E04D57DC-1FC4-4843-AA3C-A849B193090F}" type="presParOf" srcId="{0640649C-1B62-4D95-AB34-EA30F47BEC17}" destId="{4B8D2CB2-A024-42FC-9B00-B43555746715}" srcOrd="0" destOrd="0" presId="urn:microsoft.com/office/officeart/2005/8/layout/list1"/>
    <dgm:cxn modelId="{B845CCCD-D121-4A14-87B8-339823E09D7B}" type="presParOf" srcId="{0640649C-1B62-4D95-AB34-EA30F47BEC17}" destId="{66C2CBA0-9D2B-4D54-B9E7-563E7CD64CFB}" srcOrd="1" destOrd="0" presId="urn:microsoft.com/office/officeart/2005/8/layout/list1"/>
    <dgm:cxn modelId="{132EB9A5-A08C-42D9-A5C8-99F7EC124DE0}" type="presParOf" srcId="{3D3BB9D6-EA1F-4038-9E22-90EF6D336967}" destId="{FE108E62-0CBF-4D57-8C4E-1F0269795193}" srcOrd="9" destOrd="0" presId="urn:microsoft.com/office/officeart/2005/8/layout/list1"/>
    <dgm:cxn modelId="{EEDB24DF-36C5-4F10-9496-EBF938A9000D}" type="presParOf" srcId="{3D3BB9D6-EA1F-4038-9E22-90EF6D336967}" destId="{B332DB75-2D4E-4FC7-A3E2-BCC4D702B1A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26F1CC-5B84-4AFF-9C33-C96B4ADF0DA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DDE931-C7B2-4AFA-994A-3D536C431BD7}">
      <dgm:prSet phldr="0"/>
      <dgm:spPr/>
      <dgm:t>
        <a:bodyPr/>
        <a:lstStyle/>
        <a:p>
          <a:r>
            <a:rPr lang="en-US" err="1">
              <a:latin typeface="Aptos Display" panose="020F0302020204030204"/>
            </a:rPr>
            <a:t>TestComplete</a:t>
          </a:r>
          <a:endParaRPr lang="en-US"/>
        </a:p>
      </dgm:t>
    </dgm:pt>
    <dgm:pt modelId="{0CC0F6F5-8DB2-4036-BDA6-C1F19743CAA4}" type="parTrans" cxnId="{65516483-50A0-4D18-A2D8-D78736EF20FD}">
      <dgm:prSet/>
      <dgm:spPr/>
      <dgm:t>
        <a:bodyPr/>
        <a:lstStyle/>
        <a:p>
          <a:endParaRPr lang="en-US"/>
        </a:p>
      </dgm:t>
    </dgm:pt>
    <dgm:pt modelId="{CAE1C2D6-90D2-4CE8-9AE0-46AA2E6D8201}" type="sibTrans" cxnId="{65516483-50A0-4D18-A2D8-D78736EF20FD}">
      <dgm:prSet/>
      <dgm:spPr/>
      <dgm:t>
        <a:bodyPr/>
        <a:lstStyle/>
        <a:p>
          <a:endParaRPr lang="en-US"/>
        </a:p>
      </dgm:t>
    </dgm:pt>
    <dgm:pt modelId="{17945B1C-0E54-48A8-AD3B-4BBE71457426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AI needs context for multiple repositories</a:t>
          </a:r>
          <a:endParaRPr lang="en-US"/>
        </a:p>
      </dgm:t>
    </dgm:pt>
    <dgm:pt modelId="{CE2EA5E8-F042-4116-9E46-EC1AC52DDB91}" type="parTrans" cxnId="{A0FAFCA5-0855-4607-9B4C-807CFF7BCECB}">
      <dgm:prSet/>
      <dgm:spPr/>
      <dgm:t>
        <a:bodyPr/>
        <a:lstStyle/>
        <a:p>
          <a:endParaRPr lang="en-US"/>
        </a:p>
      </dgm:t>
    </dgm:pt>
    <dgm:pt modelId="{727848AE-B33B-4E33-B403-423FC90F674A}" type="sibTrans" cxnId="{A0FAFCA5-0855-4607-9B4C-807CFF7BCECB}">
      <dgm:prSet/>
      <dgm:spPr/>
      <dgm:t>
        <a:bodyPr/>
        <a:lstStyle/>
        <a:p>
          <a:endParaRPr lang="en-US"/>
        </a:p>
      </dgm:t>
    </dgm:pt>
    <dgm:pt modelId="{F52FA441-A462-4BAD-8E7D-80F1F65946F3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Does not know how to natively modify </a:t>
          </a:r>
          <a:r>
            <a:rPr lang="en-US" err="1">
              <a:latin typeface="Aptos Display" panose="020F0302020204030204"/>
            </a:rPr>
            <a:t>TestComplete</a:t>
          </a:r>
          <a:r>
            <a:rPr lang="en-US">
              <a:latin typeface="Aptos Display" panose="020F0302020204030204"/>
            </a:rPr>
            <a:t> files</a:t>
          </a:r>
          <a:endParaRPr lang="en-US"/>
        </a:p>
      </dgm:t>
    </dgm:pt>
    <dgm:pt modelId="{AEA5DE82-AEE3-4878-99DA-EAABE4170754}" type="parTrans" cxnId="{57D22601-5BFE-4FE9-B14D-329B628B19D2}">
      <dgm:prSet/>
      <dgm:spPr/>
      <dgm:t>
        <a:bodyPr/>
        <a:lstStyle/>
        <a:p>
          <a:endParaRPr lang="en-US"/>
        </a:p>
      </dgm:t>
    </dgm:pt>
    <dgm:pt modelId="{8178A6C7-4ED3-4EA8-A2BC-B2657EA8FC70}" type="sibTrans" cxnId="{57D22601-5BFE-4FE9-B14D-329B628B19D2}">
      <dgm:prSet/>
      <dgm:spPr/>
      <dgm:t>
        <a:bodyPr/>
        <a:lstStyle/>
        <a:p>
          <a:endParaRPr lang="en-US"/>
        </a:p>
      </dgm:t>
    </dgm:pt>
    <dgm:pt modelId="{3C6A1154-09C1-4E91-B604-74935BDA662C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API Automation</a:t>
          </a:r>
          <a:endParaRPr lang="en-US"/>
        </a:p>
      </dgm:t>
    </dgm:pt>
    <dgm:pt modelId="{7F82B385-EF9C-4764-8756-F519ECCCC73F}" type="parTrans" cxnId="{4DDB1F9F-37C4-4C7C-BA03-6D3CFE2ABE92}">
      <dgm:prSet/>
      <dgm:spPr/>
      <dgm:t>
        <a:bodyPr/>
        <a:lstStyle/>
        <a:p>
          <a:endParaRPr lang="en-US"/>
        </a:p>
      </dgm:t>
    </dgm:pt>
    <dgm:pt modelId="{3A85427E-3EC7-40E8-9B65-3E7FBCAC3E79}" type="sibTrans" cxnId="{4DDB1F9F-37C4-4C7C-BA03-6D3CFE2ABE92}">
      <dgm:prSet/>
      <dgm:spPr/>
      <dgm:t>
        <a:bodyPr/>
        <a:lstStyle/>
        <a:p>
          <a:endParaRPr lang="en-US"/>
        </a:p>
      </dgm:t>
    </dgm:pt>
    <dgm:pt modelId="{140BF333-0D45-429D-8F1D-188399E217C6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Can create thousands of test cases in minutes</a:t>
          </a:r>
          <a:endParaRPr lang="en-US"/>
        </a:p>
      </dgm:t>
    </dgm:pt>
    <dgm:pt modelId="{380C6955-00A0-419D-8830-0675EDF2E9DC}" type="parTrans" cxnId="{B4D88B30-DC64-418B-93EC-CACA5A577D33}">
      <dgm:prSet/>
      <dgm:spPr/>
      <dgm:t>
        <a:bodyPr/>
        <a:lstStyle/>
        <a:p>
          <a:endParaRPr lang="en-US"/>
        </a:p>
      </dgm:t>
    </dgm:pt>
    <dgm:pt modelId="{82ECCB9A-5668-4583-B460-524FD032619B}" type="sibTrans" cxnId="{B4D88B30-DC64-418B-93EC-CACA5A577D33}">
      <dgm:prSet/>
      <dgm:spPr/>
      <dgm:t>
        <a:bodyPr/>
        <a:lstStyle/>
        <a:p>
          <a:endParaRPr lang="en-US"/>
        </a:p>
      </dgm:t>
    </dgm:pt>
    <dgm:pt modelId="{C241BD35-428E-46C9-8156-5D74B18B44FE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Easy to find test gaps and analyze source code for to find bugs</a:t>
          </a:r>
          <a:endParaRPr lang="en-US"/>
        </a:p>
      </dgm:t>
    </dgm:pt>
    <dgm:pt modelId="{275CEF87-2D8E-4B3A-9233-7E63BC73FC1C}" type="parTrans" cxnId="{C1B6D0A4-534B-4C08-A104-8AD60000BB8B}">
      <dgm:prSet/>
      <dgm:spPr/>
      <dgm:t>
        <a:bodyPr/>
        <a:lstStyle/>
        <a:p>
          <a:endParaRPr lang="en-US"/>
        </a:p>
      </dgm:t>
    </dgm:pt>
    <dgm:pt modelId="{ACE41B0C-E3AB-4613-86A0-4B9E13A026CA}" type="sibTrans" cxnId="{C1B6D0A4-534B-4C08-A104-8AD60000BB8B}">
      <dgm:prSet/>
      <dgm:spPr/>
      <dgm:t>
        <a:bodyPr/>
        <a:lstStyle/>
        <a:p>
          <a:endParaRPr lang="en-US"/>
        </a:p>
      </dgm:t>
    </dgm:pt>
    <dgm:pt modelId="{3976ABA5-0E70-4E86-86AE-E7E3964A66D6}">
      <dgm:prSet/>
      <dgm:spPr/>
      <dgm:t>
        <a:bodyPr/>
        <a:lstStyle/>
        <a:p>
          <a:pPr rtl="0"/>
          <a:r>
            <a:rPr lang="en-US"/>
            <a:t>Using AI</a:t>
          </a:r>
          <a:endParaRPr lang="en-US">
            <a:latin typeface="Aptos Display" panose="020F0302020204030204"/>
          </a:endParaRPr>
        </a:p>
      </dgm:t>
    </dgm:pt>
    <dgm:pt modelId="{F4B19C1E-319A-45A8-9771-1F22DD7AB518}" type="parTrans" cxnId="{0B469181-E4CA-4DE8-9B05-B5D5C5935571}">
      <dgm:prSet/>
      <dgm:spPr/>
      <dgm:t>
        <a:bodyPr/>
        <a:lstStyle/>
        <a:p>
          <a:endParaRPr lang="en-US"/>
        </a:p>
      </dgm:t>
    </dgm:pt>
    <dgm:pt modelId="{A9277ED2-77F1-4069-A84B-3BC1C4D15AF0}" type="sibTrans" cxnId="{0B469181-E4CA-4DE8-9B05-B5D5C5935571}">
      <dgm:prSet/>
      <dgm:spPr/>
      <dgm:t>
        <a:bodyPr/>
        <a:lstStyle/>
        <a:p>
          <a:endParaRPr lang="en-US"/>
        </a:p>
      </dgm:t>
    </dgm:pt>
    <dgm:pt modelId="{AA7B184C-886A-446E-A322-73670423995C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Creating agent.md files</a:t>
          </a:r>
          <a:endParaRPr lang="en-US" sz="1400"/>
        </a:p>
      </dgm:t>
    </dgm:pt>
    <dgm:pt modelId="{07830673-41A9-42A0-A249-B39869AFE985}" type="parTrans" cxnId="{BAC62A6B-244F-4068-8F2F-BAA5A957497B}">
      <dgm:prSet/>
      <dgm:spPr/>
    </dgm:pt>
    <dgm:pt modelId="{E7169A2E-879B-4113-9AC2-6EA415EB3D36}" type="sibTrans" cxnId="{BAC62A6B-244F-4068-8F2F-BAA5A957497B}">
      <dgm:prSet/>
      <dgm:spPr/>
    </dgm:pt>
    <dgm:pt modelId="{1D9C026B-DB66-47D9-9342-4B0D360D3FA3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Using the right model</a:t>
          </a:r>
        </a:p>
      </dgm:t>
    </dgm:pt>
    <dgm:pt modelId="{5913F6B1-CD28-4B41-ACFC-561F4DA35A9E}" type="parTrans" cxnId="{ED905E9F-8232-40AD-B51F-E77620C5548C}">
      <dgm:prSet/>
      <dgm:spPr/>
    </dgm:pt>
    <dgm:pt modelId="{6A4053FB-83F7-4999-AB75-7EBE01226F18}" type="sibTrans" cxnId="{ED905E9F-8232-40AD-B51F-E77620C5548C}">
      <dgm:prSet/>
      <dgm:spPr/>
    </dgm:pt>
    <dgm:pt modelId="{F2CF6028-BFA4-4EFF-9996-4357A9E17526}">
      <dgm:prSet phldrT="[Text]" phldr="0"/>
      <dgm:spPr/>
      <dgm:t>
        <a:bodyPr/>
        <a:lstStyle/>
        <a:p>
          <a:pPr rtl="0"/>
          <a:r>
            <a:rPr lang="en-US" sz="1400">
              <a:latin typeface="Aptos Display" panose="020F0302020204030204"/>
            </a:rPr>
            <a:t>Plan vs Agent mode</a:t>
          </a:r>
        </a:p>
      </dgm:t>
    </dgm:pt>
    <dgm:pt modelId="{002EE831-BF83-4832-9670-2F774AA01F1E}" type="parTrans" cxnId="{DFBD8626-B067-42AC-BF6E-DA8B01B1E12C}">
      <dgm:prSet/>
      <dgm:spPr/>
    </dgm:pt>
    <dgm:pt modelId="{38F27CA3-1EC1-426F-A1D7-3FC0E79EB625}" type="sibTrans" cxnId="{DFBD8626-B067-42AC-BF6E-DA8B01B1E12C}">
      <dgm:prSet/>
      <dgm:spPr/>
    </dgm:pt>
    <dgm:pt modelId="{38EA496F-F9DD-4E59-979A-C56332B186A8}">
      <dgm:prSet phldrT="[Text]"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Extensive tool knowledge is required by user to give context</a:t>
          </a:r>
        </a:p>
      </dgm:t>
    </dgm:pt>
    <dgm:pt modelId="{3FC006A1-9930-4C90-87D7-74412E8EB8CF}" type="parTrans" cxnId="{2839F878-1FD8-46D5-8F3C-58CB92833F76}">
      <dgm:prSet/>
      <dgm:spPr/>
    </dgm:pt>
    <dgm:pt modelId="{E0321D2F-D771-4381-BF79-1F9E9250A7B6}" type="sibTrans" cxnId="{2839F878-1FD8-46D5-8F3C-58CB92833F76}">
      <dgm:prSet/>
      <dgm:spPr/>
    </dgm:pt>
    <dgm:pt modelId="{A339A9EB-C624-4340-81CB-B574A37461A0}">
      <dgm:prSet phldrT="[Text]"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Uses legacy toolset behind the hood confusing AI</a:t>
          </a:r>
        </a:p>
      </dgm:t>
    </dgm:pt>
    <dgm:pt modelId="{18D07E69-F93D-4BBE-B760-0143DC7C14A8}" type="parTrans" cxnId="{760B22A5-A025-4ECC-A544-13359E8A2889}">
      <dgm:prSet/>
      <dgm:spPr/>
    </dgm:pt>
    <dgm:pt modelId="{1F7C5522-BE5B-47E8-8F5D-6E470FB7B2FB}" type="sibTrans" cxnId="{760B22A5-A025-4ECC-A544-13359E8A2889}">
      <dgm:prSet/>
      <dgm:spPr/>
    </dgm:pt>
    <dgm:pt modelId="{D71AD4DC-03F5-47B3-8BFE-050A7918C645}">
      <dgm:prSet phldrT="[Text]" phldr="0"/>
      <dgm:spPr/>
      <dgm:t>
        <a:bodyPr/>
        <a:lstStyle/>
        <a:p>
          <a:r>
            <a:rPr lang="en-US" sz="1400">
              <a:latin typeface="Aptos Display" panose="020F0302020204030204"/>
            </a:rPr>
            <a:t>Context</a:t>
          </a:r>
        </a:p>
      </dgm:t>
    </dgm:pt>
    <dgm:pt modelId="{E2891EBB-7FDD-474C-95A0-22FEEAA1928D}" type="parTrans" cxnId="{FF4D5BE6-FF7A-4AC1-BDB8-01556DA44D43}">
      <dgm:prSet/>
      <dgm:spPr/>
    </dgm:pt>
    <dgm:pt modelId="{A36D6C63-D220-41AC-B92C-E2A7B8988914}" type="sibTrans" cxnId="{FF4D5BE6-FF7A-4AC1-BDB8-01556DA44D43}">
      <dgm:prSet/>
      <dgm:spPr/>
    </dgm:pt>
    <dgm:pt modelId="{3D3BB9D6-EA1F-4038-9E22-90EF6D336967}" type="pres">
      <dgm:prSet presAssocID="{3126F1CC-5B84-4AFF-9C33-C96B4ADF0DAD}" presName="linear" presStyleCnt="0">
        <dgm:presLayoutVars>
          <dgm:dir/>
          <dgm:animLvl val="lvl"/>
          <dgm:resizeHandles val="exact"/>
        </dgm:presLayoutVars>
      </dgm:prSet>
      <dgm:spPr/>
    </dgm:pt>
    <dgm:pt modelId="{0B4DD64E-40B1-43F8-A02F-6CA656FCDBAB}" type="pres">
      <dgm:prSet presAssocID="{C7DDE931-C7B2-4AFA-994A-3D536C431BD7}" presName="parentLin" presStyleCnt="0"/>
      <dgm:spPr/>
    </dgm:pt>
    <dgm:pt modelId="{AE19B3D6-BF86-4CBD-BE04-06E6785319DF}" type="pres">
      <dgm:prSet presAssocID="{C7DDE931-C7B2-4AFA-994A-3D536C431BD7}" presName="parentLeftMargin" presStyleLbl="node1" presStyleIdx="0" presStyleCnt="3"/>
      <dgm:spPr/>
    </dgm:pt>
    <dgm:pt modelId="{659CC047-736D-4FC7-A682-4CE5712C7E91}" type="pres">
      <dgm:prSet presAssocID="{C7DDE931-C7B2-4AFA-994A-3D536C431B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7F3AFB-AF38-4752-8A75-578BE22EDCCC}" type="pres">
      <dgm:prSet presAssocID="{C7DDE931-C7B2-4AFA-994A-3D536C431BD7}" presName="negativeSpace" presStyleCnt="0"/>
      <dgm:spPr/>
    </dgm:pt>
    <dgm:pt modelId="{E68E12DB-1901-459D-84F4-C7623FE9AB0D}" type="pres">
      <dgm:prSet presAssocID="{C7DDE931-C7B2-4AFA-994A-3D536C431BD7}" presName="childText" presStyleLbl="conFgAcc1" presStyleIdx="0" presStyleCnt="3">
        <dgm:presLayoutVars>
          <dgm:bulletEnabled val="1"/>
        </dgm:presLayoutVars>
      </dgm:prSet>
      <dgm:spPr/>
    </dgm:pt>
    <dgm:pt modelId="{E1BB34D6-C542-4602-8544-C30152A8DA5C}" type="pres">
      <dgm:prSet presAssocID="{CAE1C2D6-90D2-4CE8-9AE0-46AA2E6D8201}" presName="spaceBetweenRectangles" presStyleCnt="0"/>
      <dgm:spPr/>
    </dgm:pt>
    <dgm:pt modelId="{0621DEF2-2049-4031-B417-26806D0D7F3F}" type="pres">
      <dgm:prSet presAssocID="{3C6A1154-09C1-4E91-B604-74935BDA662C}" presName="parentLin" presStyleCnt="0"/>
      <dgm:spPr/>
    </dgm:pt>
    <dgm:pt modelId="{91DF8ACA-C8DC-46CA-8A46-B3353ECAC75C}" type="pres">
      <dgm:prSet presAssocID="{3C6A1154-09C1-4E91-B604-74935BDA662C}" presName="parentLeftMargin" presStyleLbl="node1" presStyleIdx="0" presStyleCnt="3"/>
      <dgm:spPr/>
    </dgm:pt>
    <dgm:pt modelId="{2A8F48FD-7B38-438F-92FC-47A1A1025614}" type="pres">
      <dgm:prSet presAssocID="{3C6A1154-09C1-4E91-B604-74935BDA66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DFB4496-55EB-4671-A3FE-FE6077D3B5B0}" type="pres">
      <dgm:prSet presAssocID="{3C6A1154-09C1-4E91-B604-74935BDA662C}" presName="negativeSpace" presStyleCnt="0"/>
      <dgm:spPr/>
    </dgm:pt>
    <dgm:pt modelId="{1F7B9596-3FC3-46A1-92FE-0620D37CE422}" type="pres">
      <dgm:prSet presAssocID="{3C6A1154-09C1-4E91-B604-74935BDA662C}" presName="childText" presStyleLbl="conFgAcc1" presStyleIdx="1" presStyleCnt="3">
        <dgm:presLayoutVars>
          <dgm:bulletEnabled val="1"/>
        </dgm:presLayoutVars>
      </dgm:prSet>
      <dgm:spPr/>
    </dgm:pt>
    <dgm:pt modelId="{C74166DA-DB29-4555-8DE4-4B323FD9FCF3}" type="pres">
      <dgm:prSet presAssocID="{3A85427E-3EC7-40E8-9B65-3E7FBCAC3E79}" presName="spaceBetweenRectangles" presStyleCnt="0"/>
      <dgm:spPr/>
    </dgm:pt>
    <dgm:pt modelId="{A8E12935-638A-464F-A820-8693338BF2C8}" type="pres">
      <dgm:prSet presAssocID="{3976ABA5-0E70-4E86-86AE-E7E3964A66D6}" presName="parentLin" presStyleCnt="0"/>
      <dgm:spPr/>
    </dgm:pt>
    <dgm:pt modelId="{0FC46613-E7E8-49A7-8D1E-CF6FCA517966}" type="pres">
      <dgm:prSet presAssocID="{3976ABA5-0E70-4E86-86AE-E7E3964A66D6}" presName="parentLeftMargin" presStyleLbl="node1" presStyleIdx="1" presStyleCnt="3"/>
      <dgm:spPr/>
    </dgm:pt>
    <dgm:pt modelId="{F100FE66-F980-42B6-B099-F132A0C1D756}" type="pres">
      <dgm:prSet presAssocID="{3976ABA5-0E70-4E86-86AE-E7E3964A66D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52EC704-F3C6-4B89-BC0F-FD9E3F50DE01}" type="pres">
      <dgm:prSet presAssocID="{3976ABA5-0E70-4E86-86AE-E7E3964A66D6}" presName="negativeSpace" presStyleCnt="0"/>
      <dgm:spPr/>
    </dgm:pt>
    <dgm:pt modelId="{5107F35F-D631-4F53-B56A-B08D114C83BB}" type="pres">
      <dgm:prSet presAssocID="{3976ABA5-0E70-4E86-86AE-E7E3964A66D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7D22601-5BFE-4FE9-B14D-329B628B19D2}" srcId="{C7DDE931-C7B2-4AFA-994A-3D536C431BD7}" destId="{F52FA441-A462-4BAD-8E7D-80F1F65946F3}" srcOrd="1" destOrd="0" parTransId="{AEA5DE82-AEE3-4878-99DA-EAABE4170754}" sibTransId="{8178A6C7-4ED3-4EA8-A2BC-B2657EA8FC70}"/>
    <dgm:cxn modelId="{BF001F06-B3EB-426A-B57A-5D6BA7F5CB32}" type="presOf" srcId="{3C6A1154-09C1-4E91-B604-74935BDA662C}" destId="{91DF8ACA-C8DC-46CA-8A46-B3353ECAC75C}" srcOrd="0" destOrd="0" presId="urn:microsoft.com/office/officeart/2005/8/layout/list1"/>
    <dgm:cxn modelId="{8CE5E606-3233-45F8-A913-27CB835F659A}" type="presOf" srcId="{1D9C026B-DB66-47D9-9342-4B0D360D3FA3}" destId="{5107F35F-D631-4F53-B56A-B08D114C83BB}" srcOrd="0" destOrd="1" presId="urn:microsoft.com/office/officeart/2005/8/layout/list1"/>
    <dgm:cxn modelId="{414BAE08-71EF-4918-8CB4-AB76F3FF6CAB}" type="presOf" srcId="{17945B1C-0E54-48A8-AD3B-4BBE71457426}" destId="{E68E12DB-1901-459D-84F4-C7623FE9AB0D}" srcOrd="0" destOrd="0" presId="urn:microsoft.com/office/officeart/2005/8/layout/list1"/>
    <dgm:cxn modelId="{4EA9DF15-44AA-48E2-A57C-6712B6424D38}" type="presOf" srcId="{C7DDE931-C7B2-4AFA-994A-3D536C431BD7}" destId="{659CC047-736D-4FC7-A682-4CE5712C7E91}" srcOrd="1" destOrd="0" presId="urn:microsoft.com/office/officeart/2005/8/layout/list1"/>
    <dgm:cxn modelId="{EDA39D25-E180-4225-A541-4228AD5B51E6}" type="presOf" srcId="{F2CF6028-BFA4-4EFF-9996-4357A9E17526}" destId="{5107F35F-D631-4F53-B56A-B08D114C83BB}" srcOrd="0" destOrd="2" presId="urn:microsoft.com/office/officeart/2005/8/layout/list1"/>
    <dgm:cxn modelId="{DFBD8626-B067-42AC-BF6E-DA8B01B1E12C}" srcId="{3976ABA5-0E70-4E86-86AE-E7E3964A66D6}" destId="{F2CF6028-BFA4-4EFF-9996-4357A9E17526}" srcOrd="2" destOrd="0" parTransId="{002EE831-BF83-4832-9670-2F774AA01F1E}" sibTransId="{38F27CA3-1EC1-426F-A1D7-3FC0E79EB625}"/>
    <dgm:cxn modelId="{B4D88B30-DC64-418B-93EC-CACA5A577D33}" srcId="{3C6A1154-09C1-4E91-B604-74935BDA662C}" destId="{140BF333-0D45-429D-8F1D-188399E217C6}" srcOrd="0" destOrd="0" parTransId="{380C6955-00A0-419D-8830-0675EDF2E9DC}" sibTransId="{82ECCB9A-5668-4583-B460-524FD032619B}"/>
    <dgm:cxn modelId="{2E348B34-3B25-412A-915C-DEA759BAF8FB}" type="presOf" srcId="{3976ABA5-0E70-4E86-86AE-E7E3964A66D6}" destId="{F100FE66-F980-42B6-B099-F132A0C1D756}" srcOrd="1" destOrd="0" presId="urn:microsoft.com/office/officeart/2005/8/layout/list1"/>
    <dgm:cxn modelId="{3F37C939-CA50-41CF-973A-80C07F1A4291}" type="presOf" srcId="{A339A9EB-C624-4340-81CB-B574A37461A0}" destId="{E68E12DB-1901-459D-84F4-C7623FE9AB0D}" srcOrd="0" destOrd="3" presId="urn:microsoft.com/office/officeart/2005/8/layout/list1"/>
    <dgm:cxn modelId="{F5160746-A95B-40C5-8834-49A58C8A1A29}" type="presOf" srcId="{F52FA441-A462-4BAD-8E7D-80F1F65946F3}" destId="{E68E12DB-1901-459D-84F4-C7623FE9AB0D}" srcOrd="0" destOrd="1" presId="urn:microsoft.com/office/officeart/2005/8/layout/list1"/>
    <dgm:cxn modelId="{BAC62A6B-244F-4068-8F2F-BAA5A957497B}" srcId="{3976ABA5-0E70-4E86-86AE-E7E3964A66D6}" destId="{AA7B184C-886A-446E-A322-73670423995C}" srcOrd="0" destOrd="0" parTransId="{07830673-41A9-42A0-A249-B39869AFE985}" sibTransId="{E7169A2E-879B-4113-9AC2-6EA415EB3D36}"/>
    <dgm:cxn modelId="{09B6D84D-3FA7-419F-A97D-3F569BF8AA22}" type="presOf" srcId="{3126F1CC-5B84-4AFF-9C33-C96B4ADF0DAD}" destId="{3D3BB9D6-EA1F-4038-9E22-90EF6D336967}" srcOrd="0" destOrd="0" presId="urn:microsoft.com/office/officeart/2005/8/layout/list1"/>
    <dgm:cxn modelId="{2839F878-1FD8-46D5-8F3C-58CB92833F76}" srcId="{C7DDE931-C7B2-4AFA-994A-3D536C431BD7}" destId="{38EA496F-F9DD-4E59-979A-C56332B186A8}" srcOrd="2" destOrd="0" parTransId="{3FC006A1-9930-4C90-87D7-74412E8EB8CF}" sibTransId="{E0321D2F-D771-4381-BF79-1F9E9250A7B6}"/>
    <dgm:cxn modelId="{0B469181-E4CA-4DE8-9B05-B5D5C5935571}" srcId="{3126F1CC-5B84-4AFF-9C33-C96B4ADF0DAD}" destId="{3976ABA5-0E70-4E86-86AE-E7E3964A66D6}" srcOrd="2" destOrd="0" parTransId="{F4B19C1E-319A-45A8-9771-1F22DD7AB518}" sibTransId="{A9277ED2-77F1-4069-A84B-3BC1C4D15AF0}"/>
    <dgm:cxn modelId="{65516483-50A0-4D18-A2D8-D78736EF20FD}" srcId="{3126F1CC-5B84-4AFF-9C33-C96B4ADF0DAD}" destId="{C7DDE931-C7B2-4AFA-994A-3D536C431BD7}" srcOrd="0" destOrd="0" parTransId="{0CC0F6F5-8DB2-4036-BDA6-C1F19743CAA4}" sibTransId="{CAE1C2D6-90D2-4CE8-9AE0-46AA2E6D8201}"/>
    <dgm:cxn modelId="{25616B8E-2496-4E8B-8B0B-2E374DEC9CBC}" type="presOf" srcId="{C7DDE931-C7B2-4AFA-994A-3D536C431BD7}" destId="{AE19B3D6-BF86-4CBD-BE04-06E6785319DF}" srcOrd="0" destOrd="0" presId="urn:microsoft.com/office/officeart/2005/8/layout/list1"/>
    <dgm:cxn modelId="{D2876090-FFD3-4772-BF94-B24B564D2E47}" type="presOf" srcId="{D71AD4DC-03F5-47B3-8BFE-050A7918C645}" destId="{5107F35F-D631-4F53-B56A-B08D114C83BB}" srcOrd="0" destOrd="3" presId="urn:microsoft.com/office/officeart/2005/8/layout/list1"/>
    <dgm:cxn modelId="{1977DD98-6979-43EA-AD86-9D80B3C1A708}" type="presOf" srcId="{3C6A1154-09C1-4E91-B604-74935BDA662C}" destId="{2A8F48FD-7B38-438F-92FC-47A1A1025614}" srcOrd="1" destOrd="0" presId="urn:microsoft.com/office/officeart/2005/8/layout/list1"/>
    <dgm:cxn modelId="{4DDB1F9F-37C4-4C7C-BA03-6D3CFE2ABE92}" srcId="{3126F1CC-5B84-4AFF-9C33-C96B4ADF0DAD}" destId="{3C6A1154-09C1-4E91-B604-74935BDA662C}" srcOrd="1" destOrd="0" parTransId="{7F82B385-EF9C-4764-8756-F519ECCCC73F}" sibTransId="{3A85427E-3EC7-40E8-9B65-3E7FBCAC3E79}"/>
    <dgm:cxn modelId="{ED905E9F-8232-40AD-B51F-E77620C5548C}" srcId="{3976ABA5-0E70-4E86-86AE-E7E3964A66D6}" destId="{1D9C026B-DB66-47D9-9342-4B0D360D3FA3}" srcOrd="1" destOrd="0" parTransId="{5913F6B1-CD28-4B41-ACFC-561F4DA35A9E}" sibTransId="{6A4053FB-83F7-4999-AB75-7EBE01226F18}"/>
    <dgm:cxn modelId="{C1B6D0A4-534B-4C08-A104-8AD60000BB8B}" srcId="{3C6A1154-09C1-4E91-B604-74935BDA662C}" destId="{C241BD35-428E-46C9-8156-5D74B18B44FE}" srcOrd="1" destOrd="0" parTransId="{275CEF87-2D8E-4B3A-9233-7E63BC73FC1C}" sibTransId="{ACE41B0C-E3AB-4613-86A0-4B9E13A026CA}"/>
    <dgm:cxn modelId="{760B22A5-A025-4ECC-A544-13359E8A2889}" srcId="{C7DDE931-C7B2-4AFA-994A-3D536C431BD7}" destId="{A339A9EB-C624-4340-81CB-B574A37461A0}" srcOrd="3" destOrd="0" parTransId="{18D07E69-F93D-4BBE-B760-0143DC7C14A8}" sibTransId="{1F7C5522-BE5B-47E8-8F5D-6E470FB7B2FB}"/>
    <dgm:cxn modelId="{A0FAFCA5-0855-4607-9B4C-807CFF7BCECB}" srcId="{C7DDE931-C7B2-4AFA-994A-3D536C431BD7}" destId="{17945B1C-0E54-48A8-AD3B-4BBE71457426}" srcOrd="0" destOrd="0" parTransId="{CE2EA5E8-F042-4116-9E46-EC1AC52DDB91}" sibTransId="{727848AE-B33B-4E33-B403-423FC90F674A}"/>
    <dgm:cxn modelId="{FF1DF9BE-8252-4CC1-9C51-A854CE0D464B}" type="presOf" srcId="{AA7B184C-886A-446E-A322-73670423995C}" destId="{5107F35F-D631-4F53-B56A-B08D114C83BB}" srcOrd="0" destOrd="0" presId="urn:microsoft.com/office/officeart/2005/8/layout/list1"/>
    <dgm:cxn modelId="{882994C4-DD0A-45A1-A59A-A6C946FC2D89}" type="presOf" srcId="{140BF333-0D45-429D-8F1D-188399E217C6}" destId="{1F7B9596-3FC3-46A1-92FE-0620D37CE422}" srcOrd="0" destOrd="0" presId="urn:microsoft.com/office/officeart/2005/8/layout/list1"/>
    <dgm:cxn modelId="{CF6C14CE-CA81-436B-A640-F688B5B5A0A1}" type="presOf" srcId="{38EA496F-F9DD-4E59-979A-C56332B186A8}" destId="{E68E12DB-1901-459D-84F4-C7623FE9AB0D}" srcOrd="0" destOrd="2" presId="urn:microsoft.com/office/officeart/2005/8/layout/list1"/>
    <dgm:cxn modelId="{DD727ED6-9A14-410E-9F54-B616FB1CE248}" type="presOf" srcId="{3976ABA5-0E70-4E86-86AE-E7E3964A66D6}" destId="{0FC46613-E7E8-49A7-8D1E-CF6FCA517966}" srcOrd="0" destOrd="0" presId="urn:microsoft.com/office/officeart/2005/8/layout/list1"/>
    <dgm:cxn modelId="{FF4D5BE6-FF7A-4AC1-BDB8-01556DA44D43}" srcId="{3976ABA5-0E70-4E86-86AE-E7E3964A66D6}" destId="{D71AD4DC-03F5-47B3-8BFE-050A7918C645}" srcOrd="3" destOrd="0" parTransId="{E2891EBB-7FDD-474C-95A0-22FEEAA1928D}" sibTransId="{A36D6C63-D220-41AC-B92C-E2A7B8988914}"/>
    <dgm:cxn modelId="{1BAA93EA-7734-45C5-8F90-509C95B668A9}" type="presOf" srcId="{C241BD35-428E-46C9-8156-5D74B18B44FE}" destId="{1F7B9596-3FC3-46A1-92FE-0620D37CE422}" srcOrd="0" destOrd="1" presId="urn:microsoft.com/office/officeart/2005/8/layout/list1"/>
    <dgm:cxn modelId="{92E85EA0-BC1B-4E91-B673-971BC76AD59A}" type="presParOf" srcId="{3D3BB9D6-EA1F-4038-9E22-90EF6D336967}" destId="{0B4DD64E-40B1-43F8-A02F-6CA656FCDBAB}" srcOrd="0" destOrd="0" presId="urn:microsoft.com/office/officeart/2005/8/layout/list1"/>
    <dgm:cxn modelId="{3A713BDD-364A-4825-8A0B-952BD4861E89}" type="presParOf" srcId="{0B4DD64E-40B1-43F8-A02F-6CA656FCDBAB}" destId="{AE19B3D6-BF86-4CBD-BE04-06E6785319DF}" srcOrd="0" destOrd="0" presId="urn:microsoft.com/office/officeart/2005/8/layout/list1"/>
    <dgm:cxn modelId="{1D885284-60C7-4FBF-A7DD-7992C50E7919}" type="presParOf" srcId="{0B4DD64E-40B1-43F8-A02F-6CA656FCDBAB}" destId="{659CC047-736D-4FC7-A682-4CE5712C7E91}" srcOrd="1" destOrd="0" presId="urn:microsoft.com/office/officeart/2005/8/layout/list1"/>
    <dgm:cxn modelId="{737C9531-3D26-4593-B633-7C9E36A6EAD0}" type="presParOf" srcId="{3D3BB9D6-EA1F-4038-9E22-90EF6D336967}" destId="{A17F3AFB-AF38-4752-8A75-578BE22EDCCC}" srcOrd="1" destOrd="0" presId="urn:microsoft.com/office/officeart/2005/8/layout/list1"/>
    <dgm:cxn modelId="{3CBE9CA4-614F-4C67-B3DA-DC3533DD3470}" type="presParOf" srcId="{3D3BB9D6-EA1F-4038-9E22-90EF6D336967}" destId="{E68E12DB-1901-459D-84F4-C7623FE9AB0D}" srcOrd="2" destOrd="0" presId="urn:microsoft.com/office/officeart/2005/8/layout/list1"/>
    <dgm:cxn modelId="{2175EC86-1C5B-4D06-9E67-AE5FB878C59F}" type="presParOf" srcId="{3D3BB9D6-EA1F-4038-9E22-90EF6D336967}" destId="{E1BB34D6-C542-4602-8544-C30152A8DA5C}" srcOrd="3" destOrd="0" presId="urn:microsoft.com/office/officeart/2005/8/layout/list1"/>
    <dgm:cxn modelId="{21F2092C-5D32-4D64-87B3-838A7D3017D4}" type="presParOf" srcId="{3D3BB9D6-EA1F-4038-9E22-90EF6D336967}" destId="{0621DEF2-2049-4031-B417-26806D0D7F3F}" srcOrd="4" destOrd="0" presId="urn:microsoft.com/office/officeart/2005/8/layout/list1"/>
    <dgm:cxn modelId="{D5E9F480-E71E-43C6-8964-82166726B741}" type="presParOf" srcId="{0621DEF2-2049-4031-B417-26806D0D7F3F}" destId="{91DF8ACA-C8DC-46CA-8A46-B3353ECAC75C}" srcOrd="0" destOrd="0" presId="urn:microsoft.com/office/officeart/2005/8/layout/list1"/>
    <dgm:cxn modelId="{2F855DC4-700C-4FCE-A39C-28AF7A9866F1}" type="presParOf" srcId="{0621DEF2-2049-4031-B417-26806D0D7F3F}" destId="{2A8F48FD-7B38-438F-92FC-47A1A1025614}" srcOrd="1" destOrd="0" presId="urn:microsoft.com/office/officeart/2005/8/layout/list1"/>
    <dgm:cxn modelId="{C67B11AC-EF43-476F-AF76-E2722B29FF8A}" type="presParOf" srcId="{3D3BB9D6-EA1F-4038-9E22-90EF6D336967}" destId="{3DFB4496-55EB-4671-A3FE-FE6077D3B5B0}" srcOrd="5" destOrd="0" presId="urn:microsoft.com/office/officeart/2005/8/layout/list1"/>
    <dgm:cxn modelId="{054C6749-0FC3-404A-B693-B1B8B3678315}" type="presParOf" srcId="{3D3BB9D6-EA1F-4038-9E22-90EF6D336967}" destId="{1F7B9596-3FC3-46A1-92FE-0620D37CE422}" srcOrd="6" destOrd="0" presId="urn:microsoft.com/office/officeart/2005/8/layout/list1"/>
    <dgm:cxn modelId="{51C043FE-1458-43C1-A9F6-4BB7CE60D523}" type="presParOf" srcId="{3D3BB9D6-EA1F-4038-9E22-90EF6D336967}" destId="{C74166DA-DB29-4555-8DE4-4B323FD9FCF3}" srcOrd="7" destOrd="0" presId="urn:microsoft.com/office/officeart/2005/8/layout/list1"/>
    <dgm:cxn modelId="{6005889A-B59C-4BFE-8E57-D6C0EA00AECE}" type="presParOf" srcId="{3D3BB9D6-EA1F-4038-9E22-90EF6D336967}" destId="{A8E12935-638A-464F-A820-8693338BF2C8}" srcOrd="8" destOrd="0" presId="urn:microsoft.com/office/officeart/2005/8/layout/list1"/>
    <dgm:cxn modelId="{5BD66064-C374-4CB6-80F6-1C96FB814B3A}" type="presParOf" srcId="{A8E12935-638A-464F-A820-8693338BF2C8}" destId="{0FC46613-E7E8-49A7-8D1E-CF6FCA517966}" srcOrd="0" destOrd="0" presId="urn:microsoft.com/office/officeart/2005/8/layout/list1"/>
    <dgm:cxn modelId="{C21EF53C-6883-40E9-AD06-F256A4824783}" type="presParOf" srcId="{A8E12935-638A-464F-A820-8693338BF2C8}" destId="{F100FE66-F980-42B6-B099-F132A0C1D756}" srcOrd="1" destOrd="0" presId="urn:microsoft.com/office/officeart/2005/8/layout/list1"/>
    <dgm:cxn modelId="{C2E1FD8A-78BE-4608-805B-4693D9920476}" type="presParOf" srcId="{3D3BB9D6-EA1F-4038-9E22-90EF6D336967}" destId="{A52EC704-F3C6-4B89-BC0F-FD9E3F50DE01}" srcOrd="9" destOrd="0" presId="urn:microsoft.com/office/officeart/2005/8/layout/list1"/>
    <dgm:cxn modelId="{EE13A404-2028-4C66-AFBF-A6E4A7C66E76}" type="presParOf" srcId="{3D3BB9D6-EA1F-4038-9E22-90EF6D336967}" destId="{5107F35F-D631-4F53-B56A-B08D114C83B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2B936-5C29-4D52-8A09-C2DACB7D783C}">
      <dsp:nvSpPr>
        <dsp:cNvPr id="0" name=""/>
        <dsp:cNvSpPr/>
      </dsp:nvSpPr>
      <dsp:spPr>
        <a:xfrm>
          <a:off x="0" y="568321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MAPS stands for Multiple Application Platform Server</a:t>
          </a:r>
        </a:p>
      </dsp:txBody>
      <dsp:txXfrm>
        <a:off x="33134" y="601455"/>
        <a:ext cx="6600565" cy="612478"/>
      </dsp:txXfrm>
    </dsp:sp>
    <dsp:sp modelId="{CDC90CDC-8F7F-4771-BDCB-8BFDAFF4883D}">
      <dsp:nvSpPr>
        <dsp:cNvPr id="0" name=""/>
        <dsp:cNvSpPr/>
      </dsp:nvSpPr>
      <dsp:spPr>
        <a:xfrm>
          <a:off x="0" y="1296027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/>
              <a:ea typeface="+mn-ea"/>
              <a:cs typeface="+mn-cs"/>
            </a:rPr>
            <a:t>Windows Service which deploys the MAPS suite of </a:t>
          </a:r>
          <a:r>
            <a:rPr lang="en-US" sz="1700" kern="1200" err="1">
              <a:solidFill>
                <a:srgbClr val="FFFFFF"/>
              </a:solidFill>
              <a:latin typeface="Aptos"/>
              <a:ea typeface="+mn-ea"/>
              <a:cs typeface="+mn-cs"/>
            </a:rPr>
            <a:t>Evisions</a:t>
          </a:r>
          <a:r>
            <a:rPr lang="en-US" sz="1700" kern="1200">
              <a:solidFill>
                <a:srgbClr val="FFFFFF"/>
              </a:solidFill>
              <a:latin typeface="Aptos"/>
              <a:ea typeface="+mn-ea"/>
              <a:cs typeface="+mn-cs"/>
            </a:rPr>
            <a:t> products </a:t>
          </a:r>
        </a:p>
      </dsp:txBody>
      <dsp:txXfrm>
        <a:off x="33134" y="1329161"/>
        <a:ext cx="6600565" cy="612478"/>
      </dsp:txXfrm>
    </dsp:sp>
    <dsp:sp modelId="{F81FEF8A-1BAB-4B0E-864F-98A4F71B92FE}">
      <dsp:nvSpPr>
        <dsp:cNvPr id="0" name=""/>
        <dsp:cNvSpPr/>
      </dsp:nvSpPr>
      <dsp:spPr>
        <a:xfrm>
          <a:off x="0" y="2023733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MAPS Configuration Tool provides a single point of administration for all the products  </a:t>
          </a:r>
        </a:p>
      </dsp:txBody>
      <dsp:txXfrm>
        <a:off x="33134" y="2056867"/>
        <a:ext cx="6600565" cy="612478"/>
      </dsp:txXfrm>
    </dsp:sp>
    <dsp:sp modelId="{9F115115-30DE-4DF1-87AF-2AFCE6AD7893}">
      <dsp:nvSpPr>
        <dsp:cNvPr id="0" name=""/>
        <dsp:cNvSpPr/>
      </dsp:nvSpPr>
      <dsp:spPr>
        <a:xfrm>
          <a:off x="0" y="2751439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Hosts applications such as Argos, FormFusion, IntelleCheck</a:t>
          </a:r>
        </a:p>
      </dsp:txBody>
      <dsp:txXfrm>
        <a:off x="33134" y="2784573"/>
        <a:ext cx="6600565" cy="612478"/>
      </dsp:txXfrm>
    </dsp:sp>
    <dsp:sp modelId="{6D004DD9-D66D-4D23-8AA4-372B38A0B80D}">
      <dsp:nvSpPr>
        <dsp:cNvPr id="0" name=""/>
        <dsp:cNvSpPr/>
      </dsp:nvSpPr>
      <dsp:spPr>
        <a:xfrm>
          <a:off x="0" y="3479146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Central management of resources used by the products (database configuration, users, groups, printers and various security tasks).</a:t>
          </a:r>
        </a:p>
      </dsp:txBody>
      <dsp:txXfrm>
        <a:off x="33134" y="3512280"/>
        <a:ext cx="6600565" cy="612478"/>
      </dsp:txXfrm>
    </dsp:sp>
    <dsp:sp modelId="{807E5A4E-036F-4725-8890-C369C6F87DD7}">
      <dsp:nvSpPr>
        <dsp:cNvPr id="0" name=""/>
        <dsp:cNvSpPr/>
      </dsp:nvSpPr>
      <dsp:spPr>
        <a:xfrm>
          <a:off x="0" y="4206852"/>
          <a:ext cx="6666833" cy="678746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Supports SQLite or Postgres database backend. Can be 32-bit or 64-b</a:t>
          </a:r>
        </a:p>
      </dsp:txBody>
      <dsp:txXfrm>
        <a:off x="33134" y="4239986"/>
        <a:ext cx="6600565" cy="612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49126-9691-4C1A-BFE9-9269013FA8D7}">
      <dsp:nvSpPr>
        <dsp:cNvPr id="0" name=""/>
        <dsp:cNvSpPr/>
      </dsp:nvSpPr>
      <dsp:spPr>
        <a:xfrm>
          <a:off x="373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Create a </a:t>
          </a:r>
          <a:r>
            <a:rPr lang="en-US" sz="1300" kern="1200">
              <a:latin typeface="Aptos Display" panose="020F0302020204030204"/>
            </a:rPr>
            <a:t>comprehensive Test</a:t>
          </a:r>
          <a:r>
            <a:rPr lang="en-US" sz="1300" kern="1200"/>
            <a:t> plan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32-bit, 64-bit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SQLite, Postgres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Cross application changes</a:t>
          </a:r>
        </a:p>
      </dsp:txBody>
      <dsp:txXfrm>
        <a:off x="3735" y="1504958"/>
        <a:ext cx="2022288" cy="1698722"/>
      </dsp:txXfrm>
    </dsp:sp>
    <dsp:sp modelId="{005388A2-208A-4D67-82EA-67493C73BDBE}">
      <dsp:nvSpPr>
        <dsp:cNvPr id="0" name=""/>
        <dsp:cNvSpPr/>
      </dsp:nvSpPr>
      <dsp:spPr>
        <a:xfrm>
          <a:off x="590198" y="7122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836606"/>
        <a:ext cx="600589" cy="600589"/>
      </dsp:txXfrm>
    </dsp:sp>
    <dsp:sp modelId="{233D8EF0-7B9C-433E-84D1-44CEF11F3684}">
      <dsp:nvSpPr>
        <dsp:cNvPr id="0" name=""/>
        <dsp:cNvSpPr/>
      </dsp:nvSpPr>
      <dsp:spPr>
        <a:xfrm>
          <a:off x="3735" y="32602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3029C-922E-488D-B8A5-1ECB2DF89D2A}">
      <dsp:nvSpPr>
        <dsp:cNvPr id="0" name=""/>
        <dsp:cNvSpPr/>
      </dsp:nvSpPr>
      <dsp:spPr>
        <a:xfrm>
          <a:off x="2228252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Write </a:t>
          </a:r>
          <a:r>
            <a:rPr lang="en-US" sz="1300" kern="1200">
              <a:latin typeface="Aptos Display" panose="020F0302020204030204"/>
            </a:rPr>
            <a:t>"happy path" automation</a:t>
          </a:r>
          <a:r>
            <a:rPr lang="en-US" sz="1300" kern="1200"/>
            <a:t> </a:t>
          </a:r>
          <a:r>
            <a:rPr lang="en-US" sz="1300" kern="1200">
              <a:latin typeface="Aptos Display" panose="020F0302020204030204"/>
            </a:rPr>
            <a:t>tests</a:t>
          </a:r>
          <a:endParaRPr lang="en-US" sz="1300" kern="120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API Tests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UI Tests</a:t>
          </a:r>
        </a:p>
      </dsp:txBody>
      <dsp:txXfrm>
        <a:off x="2228252" y="1504958"/>
        <a:ext cx="2022288" cy="1698722"/>
      </dsp:txXfrm>
    </dsp:sp>
    <dsp:sp modelId="{59270806-44A5-4217-868C-C0802987CFBA}">
      <dsp:nvSpPr>
        <dsp:cNvPr id="0" name=""/>
        <dsp:cNvSpPr/>
      </dsp:nvSpPr>
      <dsp:spPr>
        <a:xfrm>
          <a:off x="2814716" y="7122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836606"/>
        <a:ext cx="600589" cy="600589"/>
      </dsp:txXfrm>
    </dsp:sp>
    <dsp:sp modelId="{C0B59E48-218E-45A2-B63F-54CC37919EE6}">
      <dsp:nvSpPr>
        <dsp:cNvPr id="0" name=""/>
        <dsp:cNvSpPr/>
      </dsp:nvSpPr>
      <dsp:spPr>
        <a:xfrm>
          <a:off x="2228252" y="32602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0D22D8-461D-4A29-A1D2-A6814BB9072E}">
      <dsp:nvSpPr>
        <dsp:cNvPr id="0" name=""/>
        <dsp:cNvSpPr/>
      </dsp:nvSpPr>
      <dsp:spPr>
        <a:xfrm>
          <a:off x="4452770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latin typeface="Aptos Display" panose="020F0302020204030204"/>
            </a:rPr>
            <a:t>Identify issues</a:t>
          </a:r>
          <a:endParaRPr lang="en-US" sz="1300" kern="120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Bug channel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Aptos Display" panose="020F0302020204030204"/>
            </a:rPr>
            <a:t>JIRA comment</a:t>
          </a:r>
        </a:p>
      </dsp:txBody>
      <dsp:txXfrm>
        <a:off x="4452770" y="1504958"/>
        <a:ext cx="2022288" cy="1698722"/>
      </dsp:txXfrm>
    </dsp:sp>
    <dsp:sp modelId="{8F97BAAF-27CC-4A0E-8730-3574E82FF95F}">
      <dsp:nvSpPr>
        <dsp:cNvPr id="0" name=""/>
        <dsp:cNvSpPr/>
      </dsp:nvSpPr>
      <dsp:spPr>
        <a:xfrm>
          <a:off x="5039233" y="7122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836606"/>
        <a:ext cx="600589" cy="600589"/>
      </dsp:txXfrm>
    </dsp:sp>
    <dsp:sp modelId="{CF805FDA-1E96-4CD8-8598-E5F5ABC59B1F}">
      <dsp:nvSpPr>
        <dsp:cNvPr id="0" name=""/>
        <dsp:cNvSpPr/>
      </dsp:nvSpPr>
      <dsp:spPr>
        <a:xfrm>
          <a:off x="4452770" y="32602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B788D-E5B0-4704-916A-E51B5BBCB4D9}">
      <dsp:nvSpPr>
        <dsp:cNvPr id="0" name=""/>
        <dsp:cNvSpPr/>
      </dsp:nvSpPr>
      <dsp:spPr>
        <a:xfrm>
          <a:off x="6677287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Submit a Pull Request for Peer Review</a:t>
          </a:r>
        </a:p>
      </dsp:txBody>
      <dsp:txXfrm>
        <a:off x="6677287" y="1504958"/>
        <a:ext cx="2022288" cy="1698722"/>
      </dsp:txXfrm>
    </dsp:sp>
    <dsp:sp modelId="{1F3D0846-F707-4691-9184-89A6AAF273C6}">
      <dsp:nvSpPr>
        <dsp:cNvPr id="0" name=""/>
        <dsp:cNvSpPr/>
      </dsp:nvSpPr>
      <dsp:spPr>
        <a:xfrm>
          <a:off x="7263751" y="7122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836606"/>
        <a:ext cx="600589" cy="600589"/>
      </dsp:txXfrm>
    </dsp:sp>
    <dsp:sp modelId="{07FD4F8F-9C8D-47E8-99C6-89AF5DDB2F1E}">
      <dsp:nvSpPr>
        <dsp:cNvPr id="0" name=""/>
        <dsp:cNvSpPr/>
      </dsp:nvSpPr>
      <dsp:spPr>
        <a:xfrm>
          <a:off x="6677287" y="32602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9FAC9-CFDC-4A85-802C-9518C9481F54}">
      <dsp:nvSpPr>
        <dsp:cNvPr id="0" name=""/>
        <dsp:cNvSpPr/>
      </dsp:nvSpPr>
      <dsp:spPr>
        <a:xfrm>
          <a:off x="8901805" y="4291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Merge then execute test runs with </a:t>
          </a:r>
          <a:r>
            <a:rPr lang="en-US" sz="1300" kern="1200">
              <a:latin typeface="Aptos Display" panose="020F0302020204030204"/>
            </a:rPr>
            <a:t>Jenkins pipeline</a:t>
          </a:r>
          <a:endParaRPr lang="en-US" sz="1300" kern="1200"/>
        </a:p>
      </dsp:txBody>
      <dsp:txXfrm>
        <a:off x="8901805" y="1504958"/>
        <a:ext cx="2022288" cy="1698722"/>
      </dsp:txXfrm>
    </dsp:sp>
    <dsp:sp modelId="{364329A7-C5E1-435F-96EB-29C214A293F6}">
      <dsp:nvSpPr>
        <dsp:cNvPr id="0" name=""/>
        <dsp:cNvSpPr/>
      </dsp:nvSpPr>
      <dsp:spPr>
        <a:xfrm>
          <a:off x="9488268" y="7122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836606"/>
        <a:ext cx="600589" cy="600589"/>
      </dsp:txXfrm>
    </dsp:sp>
    <dsp:sp modelId="{EA050FBB-B92B-48C7-8A03-256F549E9D20}">
      <dsp:nvSpPr>
        <dsp:cNvPr id="0" name=""/>
        <dsp:cNvSpPr/>
      </dsp:nvSpPr>
      <dsp:spPr>
        <a:xfrm>
          <a:off x="8901805" y="32602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A0631-7970-406A-839E-370F53EADE71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Testing Platforms 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Aptos Display" panose="020F0302020204030204"/>
            </a:rPr>
            <a:t> </a:t>
          </a:r>
          <a:r>
            <a:rPr lang="en-US" sz="2000" kern="1200" err="1">
              <a:latin typeface="Aptos Display" panose="020F0302020204030204"/>
            </a:rPr>
            <a:t>TestComplete</a:t>
          </a:r>
          <a:endParaRPr lang="en-US" sz="2000" kern="1200" err="1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err="1">
              <a:latin typeface="Aptos Display" panose="020F0302020204030204"/>
            </a:rPr>
            <a:t>ViTest</a:t>
          </a:r>
          <a:endParaRPr lang="en-US" sz="2000" kern="1200" err="1"/>
        </a:p>
      </dsp:txBody>
      <dsp:txXfrm>
        <a:off x="930572" y="3032"/>
        <a:ext cx="2833338" cy="1700003"/>
      </dsp:txXfrm>
    </dsp:sp>
    <dsp:sp modelId="{D827629F-CC16-474C-A578-0BBD9720292B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>
              <a:latin typeface="Aptos Display" panose="020F0302020204030204"/>
            </a:rPr>
            <a:t>Postman</a:t>
          </a:r>
          <a:endParaRPr lang="en-US" sz="2600" kern="1200"/>
        </a:p>
      </dsp:txBody>
      <dsp:txXfrm>
        <a:off x="4047245" y="3032"/>
        <a:ext cx="2833338" cy="1700003"/>
      </dsp:txXfrm>
    </dsp:sp>
    <dsp:sp modelId="{98B39074-5C51-40A0-AD60-5989723EF952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>
              <a:latin typeface="Aptos Display" panose="020F0302020204030204"/>
            </a:rPr>
            <a:t>CI/CD Jenkins</a:t>
          </a:r>
          <a:endParaRPr lang="en-US" sz="2600" kern="1200"/>
        </a:p>
      </dsp:txBody>
      <dsp:txXfrm>
        <a:off x="7163917" y="3032"/>
        <a:ext cx="2833338" cy="1700003"/>
      </dsp:txXfrm>
    </dsp:sp>
    <dsp:sp modelId="{209539EA-63C0-466A-88FB-E9217713E7AF}">
      <dsp:nvSpPr>
        <dsp:cNvPr id="0" name=""/>
        <dsp:cNvSpPr/>
      </dsp:nvSpPr>
      <dsp:spPr>
        <a:xfrm>
          <a:off x="2488909" y="1986369"/>
          <a:ext cx="2833338" cy="17000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err="1">
              <a:latin typeface="Aptos Display" panose="020F0302020204030204"/>
            </a:rPr>
            <a:t>Github</a:t>
          </a:r>
          <a:endParaRPr lang="en-US" sz="2600" kern="1200" err="1"/>
        </a:p>
      </dsp:txBody>
      <dsp:txXfrm>
        <a:off x="2488909" y="1986369"/>
        <a:ext cx="2833338" cy="1700003"/>
      </dsp:txXfrm>
    </dsp:sp>
    <dsp:sp modelId="{A71142A7-F98C-4635-A185-C20EEE347F29}">
      <dsp:nvSpPr>
        <dsp:cNvPr id="0" name=""/>
        <dsp:cNvSpPr/>
      </dsp:nvSpPr>
      <dsp:spPr>
        <a:xfrm>
          <a:off x="5605581" y="1986369"/>
          <a:ext cx="2833338" cy="17000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err="1">
              <a:latin typeface="Aptos Display" panose="020F0302020204030204"/>
            </a:rPr>
            <a:t>VSCode</a:t>
          </a:r>
          <a:r>
            <a:rPr lang="en-US" sz="2600" kern="1200">
              <a:latin typeface="Aptos Display" panose="020F0302020204030204"/>
            </a:rPr>
            <a:t> / Cursor</a:t>
          </a:r>
        </a:p>
      </dsp:txBody>
      <dsp:txXfrm>
        <a:off x="5605581" y="1986369"/>
        <a:ext cx="2833338" cy="170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8E12DB-1901-459D-84F4-C7623FE9AB0D}">
      <dsp:nvSpPr>
        <dsp:cNvPr id="0" name=""/>
        <dsp:cNvSpPr/>
      </dsp:nvSpPr>
      <dsp:spPr>
        <a:xfrm>
          <a:off x="0" y="328144"/>
          <a:ext cx="6666833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Equivalent to </a:t>
          </a:r>
          <a:r>
            <a:rPr lang="en-US" sz="1800" kern="1200" err="1">
              <a:latin typeface="Aptos Display" panose="020F0302020204030204"/>
            </a:rPr>
            <a:t>Github</a:t>
          </a:r>
          <a:r>
            <a:rPr lang="en-US" sz="1800" kern="1200">
              <a:latin typeface="Aptos Display" panose="020F0302020204030204"/>
            </a:rPr>
            <a:t> Actions .</a:t>
          </a:r>
          <a:r>
            <a:rPr lang="en-US" sz="1800" kern="1200" err="1">
              <a:latin typeface="Aptos Display" panose="020F0302020204030204"/>
            </a:rPr>
            <a:t>yml</a:t>
          </a:r>
          <a:endParaRPr lang="en-U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Defines entire pipeline</a:t>
          </a:r>
          <a:endParaRPr lang="en-U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Can schedule builds or determine triggers</a:t>
          </a:r>
        </a:p>
      </dsp:txBody>
      <dsp:txXfrm>
        <a:off x="0" y="328144"/>
        <a:ext cx="6666833" cy="1360800"/>
      </dsp:txXfrm>
    </dsp:sp>
    <dsp:sp modelId="{659CC047-736D-4FC7-A682-4CE5712C7E91}">
      <dsp:nvSpPr>
        <dsp:cNvPr id="0" name=""/>
        <dsp:cNvSpPr/>
      </dsp:nvSpPr>
      <dsp:spPr>
        <a:xfrm>
          <a:off x="333341" y="6246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.</a:t>
          </a:r>
          <a:r>
            <a:rPr lang="en-US" sz="1800" kern="1200" err="1">
              <a:latin typeface="Aptos Display" panose="020F0302020204030204"/>
            </a:rPr>
            <a:t>jenkinsfile</a:t>
          </a:r>
          <a:endParaRPr lang="en-US" sz="1800" kern="1200"/>
        </a:p>
      </dsp:txBody>
      <dsp:txXfrm>
        <a:off x="359280" y="88403"/>
        <a:ext cx="4614905" cy="479482"/>
      </dsp:txXfrm>
    </dsp:sp>
    <dsp:sp modelId="{1F7B9596-3FC3-46A1-92FE-0620D37CE422}">
      <dsp:nvSpPr>
        <dsp:cNvPr id="0" name=""/>
        <dsp:cNvSpPr/>
      </dsp:nvSpPr>
      <dsp:spPr>
        <a:xfrm>
          <a:off x="0" y="2051824"/>
          <a:ext cx="666683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Get latest builds directly from build machine or s3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Specify branch</a:t>
          </a:r>
        </a:p>
      </dsp:txBody>
      <dsp:txXfrm>
        <a:off x="0" y="2051824"/>
        <a:ext cx="6666833" cy="1048950"/>
      </dsp:txXfrm>
    </dsp:sp>
    <dsp:sp modelId="{2A8F48FD-7B38-438F-92FC-47A1A1025614}">
      <dsp:nvSpPr>
        <dsp:cNvPr id="0" name=""/>
        <dsp:cNvSpPr/>
      </dsp:nvSpPr>
      <dsp:spPr>
        <a:xfrm>
          <a:off x="333341" y="178614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Copying Build Artifacts</a:t>
          </a:r>
          <a:endParaRPr lang="en-US" sz="1800" kern="1200"/>
        </a:p>
      </dsp:txBody>
      <dsp:txXfrm>
        <a:off x="359280" y="1812083"/>
        <a:ext cx="4614905" cy="479482"/>
      </dsp:txXfrm>
    </dsp:sp>
    <dsp:sp modelId="{B332DB75-2D4E-4FC7-A3E2-BCC4D702B1A3}">
      <dsp:nvSpPr>
        <dsp:cNvPr id="0" name=""/>
        <dsp:cNvSpPr/>
      </dsp:nvSpPr>
      <dsp:spPr>
        <a:xfrm>
          <a:off x="0" y="3463655"/>
          <a:ext cx="6666833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74904" rIns="51742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Instance which runs a Jenkins job</a:t>
          </a:r>
          <a:endParaRPr lang="en-U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Utilizes Jenkins Cloud to spawn/teardown ephemeral ec2 instances from an AMI for scalability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Build artifacts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Aptos Display" panose="020F0302020204030204"/>
            </a:rPr>
            <a:t>Test Results / Slack integration</a:t>
          </a:r>
        </a:p>
      </dsp:txBody>
      <dsp:txXfrm>
        <a:off x="0" y="3463655"/>
        <a:ext cx="6666833" cy="1927800"/>
      </dsp:txXfrm>
    </dsp:sp>
    <dsp:sp modelId="{66C2CBA0-9D2B-4D54-B9E7-563E7CD64CFB}">
      <dsp:nvSpPr>
        <dsp:cNvPr id="0" name=""/>
        <dsp:cNvSpPr/>
      </dsp:nvSpPr>
      <dsp:spPr>
        <a:xfrm>
          <a:off x="333341" y="3197974"/>
          <a:ext cx="4666783" cy="5313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Jenkins Agent</a:t>
          </a:r>
        </a:p>
      </dsp:txBody>
      <dsp:txXfrm>
        <a:off x="359280" y="3223913"/>
        <a:ext cx="4614905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8E12DB-1901-459D-84F4-C7623FE9AB0D}">
      <dsp:nvSpPr>
        <dsp:cNvPr id="0" name=""/>
        <dsp:cNvSpPr/>
      </dsp:nvSpPr>
      <dsp:spPr>
        <a:xfrm>
          <a:off x="0" y="461412"/>
          <a:ext cx="6666833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AI needs context for multiple repositories</a:t>
          </a:r>
          <a:endParaRPr lang="en-US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Does not know how to natively modify </a:t>
          </a:r>
          <a:r>
            <a:rPr lang="en-US" sz="1700" kern="1200" err="1">
              <a:latin typeface="Aptos Display" panose="020F0302020204030204"/>
            </a:rPr>
            <a:t>TestComplete</a:t>
          </a:r>
          <a:r>
            <a:rPr lang="en-US" sz="1700" kern="1200">
              <a:latin typeface="Aptos Display" panose="020F0302020204030204"/>
            </a:rPr>
            <a:t> files</a:t>
          </a:r>
          <a:endParaRPr lang="en-US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Extensive tool knowledge is required by user to give context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Uses legacy toolset behind the hood confusing AI</a:t>
          </a:r>
        </a:p>
      </dsp:txBody>
      <dsp:txXfrm>
        <a:off x="0" y="461412"/>
        <a:ext cx="6666833" cy="1552950"/>
      </dsp:txXfrm>
    </dsp:sp>
    <dsp:sp modelId="{659CC047-736D-4FC7-A682-4CE5712C7E91}">
      <dsp:nvSpPr>
        <dsp:cNvPr id="0" name=""/>
        <dsp:cNvSpPr/>
      </dsp:nvSpPr>
      <dsp:spPr>
        <a:xfrm>
          <a:off x="333341" y="210492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>
              <a:latin typeface="Aptos Display" panose="020F0302020204030204"/>
            </a:rPr>
            <a:t>TestComplete</a:t>
          </a:r>
          <a:endParaRPr lang="en-US" sz="1700" kern="1200"/>
        </a:p>
      </dsp:txBody>
      <dsp:txXfrm>
        <a:off x="357839" y="234990"/>
        <a:ext cx="4617787" cy="452844"/>
      </dsp:txXfrm>
    </dsp:sp>
    <dsp:sp modelId="{1F7B9596-3FC3-46A1-92FE-0620D37CE422}">
      <dsp:nvSpPr>
        <dsp:cNvPr id="0" name=""/>
        <dsp:cNvSpPr/>
      </dsp:nvSpPr>
      <dsp:spPr>
        <a:xfrm>
          <a:off x="0" y="2357082"/>
          <a:ext cx="6666833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Can create thousands of test cases in minutes</a:t>
          </a:r>
          <a:endParaRPr lang="en-US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Easy to find test gaps and analyze source code for to find bugs</a:t>
          </a:r>
          <a:endParaRPr lang="en-US" sz="1700" kern="1200"/>
        </a:p>
      </dsp:txBody>
      <dsp:txXfrm>
        <a:off x="0" y="2357082"/>
        <a:ext cx="6666833" cy="990675"/>
      </dsp:txXfrm>
    </dsp:sp>
    <dsp:sp modelId="{2A8F48FD-7B38-438F-92FC-47A1A1025614}">
      <dsp:nvSpPr>
        <dsp:cNvPr id="0" name=""/>
        <dsp:cNvSpPr/>
      </dsp:nvSpPr>
      <dsp:spPr>
        <a:xfrm>
          <a:off x="333341" y="2106162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0F0302020204030204"/>
            </a:rPr>
            <a:t>API Automation</a:t>
          </a:r>
          <a:endParaRPr lang="en-US" sz="1700" kern="1200"/>
        </a:p>
      </dsp:txBody>
      <dsp:txXfrm>
        <a:off x="357839" y="2130660"/>
        <a:ext cx="4617787" cy="452844"/>
      </dsp:txXfrm>
    </dsp:sp>
    <dsp:sp modelId="{5107F35F-D631-4F53-B56A-B08D114C83BB}">
      <dsp:nvSpPr>
        <dsp:cNvPr id="0" name=""/>
        <dsp:cNvSpPr/>
      </dsp:nvSpPr>
      <dsp:spPr>
        <a:xfrm>
          <a:off x="0" y="3690477"/>
          <a:ext cx="6666833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Creating agent.md files</a:t>
          </a:r>
          <a:endParaRPr lang="en-US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Using the right model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Plan vs Agent mode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Context</a:t>
          </a:r>
        </a:p>
      </dsp:txBody>
      <dsp:txXfrm>
        <a:off x="0" y="3690477"/>
        <a:ext cx="6666833" cy="1552950"/>
      </dsp:txXfrm>
    </dsp:sp>
    <dsp:sp modelId="{F100FE66-F980-42B6-B099-F132A0C1D756}">
      <dsp:nvSpPr>
        <dsp:cNvPr id="0" name=""/>
        <dsp:cNvSpPr/>
      </dsp:nvSpPr>
      <dsp:spPr>
        <a:xfrm>
          <a:off x="333341" y="3439557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AI</a:t>
          </a:r>
          <a:endParaRPr lang="en-US" sz="1700" kern="1200">
            <a:latin typeface="Aptos Display" panose="020F0302020204030204"/>
          </a:endParaRPr>
        </a:p>
      </dsp:txBody>
      <dsp:txXfrm>
        <a:off x="357839" y="3464055"/>
        <a:ext cx="4617787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6376A625-E0D5-4512-97C5-031EFD0711A9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308626CF-DBC8-4D68-90F4-AEEDF359F3A6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3D6B4542-4930-4D25-A5B2-6861DD1C194E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MAPS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Automation with AI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Joseph Saunderson and Evan Stansel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3796E-4ABE-8640-69DF-3A7EA39C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is MAPS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E9AF5D-EB20-867B-6196-4C3AE50B2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4470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510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B1ECF-991D-3CAE-DBAF-7D09C175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MAPS Automation Process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50183EAF-3D41-F4E5-08FE-B1AF9BF9E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6240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519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AD55E-FC9B-D241-C6FD-769B944C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MAPS QA Testing Tools and Services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0FEE793-837F-B226-F276-B0DE6400D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16879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133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EC14-9E03-24FD-5D5D-7E12ADA3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A6A531-A545-66C7-BF22-EEAE1CCCD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66CECF-2D7B-D75C-AC6C-1A950B1E1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49194A-2A9C-4C75-F09E-9D113A30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001FAB-29BE-AA03-4402-D8740D643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C6A3FDF-EF0A-DC52-A87A-4A1409759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D0796E-847A-0D22-9B72-52D45D8A4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8FBF0-04BB-C17F-CF5D-B21F5DDE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Integrating Automation with Jenkins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7CAEE82-85CF-904D-BB49-0E1D0FB93B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643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B8FB9-6013-B84B-B8EE-9FD0A04D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Using AI in MAPS Automation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54971322-8BCB-C1DE-BC37-EE54921F3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065307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25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13F9-F94C-0FB4-F5D6-8283B072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MAPS UI Automation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C644D-DED7-F911-89DE-C077F6DD1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/>
          </a:p>
          <a:p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09158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39357-6B56-9E0D-310D-61EBB6D5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MAPS API Automation Demo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D5310CAA-97A8-C438-2321-268E8A362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8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73cc7-3f1a-4f0c-93a2-52248963654a">
      <Terms xmlns="http://schemas.microsoft.com/office/infopath/2007/PartnerControls"/>
    </lcf76f155ced4ddcb4097134ff3c332f>
    <TaxCatchAll xmlns="1b6a93da-3008-4b4c-a527-3918a3aa2c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85B18512D53F41BDE18DDF49B141B1" ma:contentTypeVersion="15" ma:contentTypeDescription="Create a new document." ma:contentTypeScope="" ma:versionID="e906cf6e48426ee06c66027bb80d6180">
  <xsd:schema xmlns:xsd="http://www.w3.org/2001/XMLSchema" xmlns:xs="http://www.w3.org/2001/XMLSchema" xmlns:p="http://schemas.microsoft.com/office/2006/metadata/properties" xmlns:ns2="dcd73cc7-3f1a-4f0c-93a2-52248963654a" xmlns:ns3="1b6a93da-3008-4b4c-a527-3918a3aa2c8d" targetNamespace="http://schemas.microsoft.com/office/2006/metadata/properties" ma:root="true" ma:fieldsID="7e970348c30aff7842b1d265af3f3d1b" ns2:_="" ns3:_="">
    <xsd:import namespace="dcd73cc7-3f1a-4f0c-93a2-52248963654a"/>
    <xsd:import namespace="1b6a93da-3008-4b4c-a527-3918a3aa2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73cc7-3f1a-4f0c-93a2-522489636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605de8-6ea5-48e6-9496-7988cfd13a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93da-3008-4b4c-a527-3918a3aa2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3ea22cc-db3d-48eb-9246-edf9007a76f7}" ma:internalName="TaxCatchAll" ma:showField="CatchAllData" ma:web="1b6a93da-3008-4b4c-a527-3918a3aa2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1F423B-BE9B-43FC-83EF-A0B643AC7D75}">
  <ds:schemaRefs>
    <ds:schemaRef ds:uri="1b6a93da-3008-4b4c-a527-3918a3aa2c8d"/>
    <ds:schemaRef ds:uri="dcd73cc7-3f1a-4f0c-93a2-52248963654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36ACA4E-5939-4241-897B-730F8223F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528279-54FE-4D63-AE49-709215569E45}">
  <ds:schemaRefs>
    <ds:schemaRef ds:uri="1b6a93da-3008-4b4c-a527-3918a3aa2c8d"/>
    <ds:schemaRef ds:uri="dcd73cc7-3f1a-4f0c-93a2-5224896365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MAPS  Automation with AI </vt:lpstr>
      <vt:lpstr>What is MAPS</vt:lpstr>
      <vt:lpstr>MAPS Automation Process</vt:lpstr>
      <vt:lpstr>MAPS QA Testing Tools and Services</vt:lpstr>
      <vt:lpstr>Integrating Automation with Jenkins</vt:lpstr>
      <vt:lpstr>Using AI in MAPS Automation</vt:lpstr>
      <vt:lpstr>MAPS UI Automation Demo</vt:lpstr>
      <vt:lpstr>MAPS API Automation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2026-06-10T16:20:07Z</dcterms:created>
  <dcterms:modified xsi:type="dcterms:W3CDTF">2026-06-11T17:11:07Z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0x010100E585B18512D53F41BDE18DDF49B141B1</vt:lpwstr>
  </property>
  <property fmtid="{D5CDD505-2E9C-101B-9397-08002B2CF9AE}" pid="3" name="MediaServiceImageTags">
    <vt:lpwstr/>
  </property>
</Properties>
</file>