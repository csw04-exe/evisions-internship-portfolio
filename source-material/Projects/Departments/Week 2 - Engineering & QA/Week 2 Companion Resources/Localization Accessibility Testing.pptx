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ngesInfos/changesInfo1.xml" ContentType="application/vnd.ms-powerpoint.changesinfo+xml"/>
  <Override PartName="/ppt/revisionInfo.xml" ContentType="application/vnd.ms-powerpoint.revisioninfo+xml"/>
  <Override PartName="/ppt/slides/slide2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notesMasterIdLst>
    <p:notesMasterId r:id="rId10"/>
  </p:notes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3A97CF-A127-4199-8166-0751E5BD1A52}">
          <p14:sldIdLst>
            <p14:sldId id="256"/>
            <p14:sldId id="258"/>
            <p14:sldId id="257"/>
            <p14:sldId id="260"/>
            <p14:sldId id="259"/>
            <p14:sldId id="261"/>
            <p14:sldId id="262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9B0209-B556-37B0-5209-50B48FF8E249}" v="107" dt="2026-06-10T13:47:58.671"/>
    <p1510:client id="{BCC048A8-991B-B420-4612-8C52748417BC}" v="270" dt="2026-06-10T14:53:04.302"/>
    <p1510:client id="{CDB49F86-7682-CD71-8C57-4A1A751DE89F}" v="31" dt="2026-06-09T23:32:24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dura Puttha" userId="S::sindura.puttha@evisions.com::c50b9176-dfa2-4cff-b071-29d93932e8d0" providerId="AD" clId="Web-{CDB49F86-7682-CD71-8C57-4A1A751DE89F}"/>
    <pc:docChg chg="modSld">
      <pc:chgData name="Sindura Puttha" userId="S::sindura.puttha@evisions.com::c50b9176-dfa2-4cff-b071-29d93932e8d0" providerId="AD" clId="Web-{CDB49F86-7682-CD71-8C57-4A1A751DE89F}" dt="2026-06-09T23:32:24.124" v="30" actId="14100"/>
      <pc:docMkLst>
        <pc:docMk/>
      </pc:docMkLst>
      <pc:sldChg chg="modSp">
        <pc:chgData name="Sindura Puttha" userId="S::sindura.puttha@evisions.com::c50b9176-dfa2-4cff-b071-29d93932e8d0" providerId="AD" clId="Web-{CDB49F86-7682-CD71-8C57-4A1A751DE89F}" dt="2026-06-09T23:32:24.124" v="30" actId="14100"/>
        <pc:sldMkLst>
          <pc:docMk/>
          <pc:sldMk cId="109857222" sldId="256"/>
        </pc:sldMkLst>
        <pc:spChg chg="mod">
          <ac:chgData name="Sindura Puttha" userId="S::sindura.puttha@evisions.com::c50b9176-dfa2-4cff-b071-29d93932e8d0" providerId="AD" clId="Web-{CDB49F86-7682-CD71-8C57-4A1A751DE89F}" dt="2026-06-09T23:31:48.826" v="1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indura Puttha" userId="S::sindura.puttha@evisions.com::c50b9176-dfa2-4cff-b071-29d93932e8d0" providerId="AD" clId="Web-{CDB49F86-7682-CD71-8C57-4A1A751DE89F}" dt="2026-06-09T23:32:24.124" v="30" actId="14100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Sindura Puttha" userId="S::sindura.puttha@evisions.com::c50b9176-dfa2-4cff-b071-29d93932e8d0" providerId="AD" clId="Web-{679B0209-B556-37B0-5209-50B48FF8E249}"/>
    <pc:docChg chg="mod addSld delSld modSld addMainMaster delMainMaster addSection delSection">
      <pc:chgData name="Sindura Puttha" userId="S::sindura.puttha@evisions.com::c50b9176-dfa2-4cff-b071-29d93932e8d0" providerId="AD" clId="Web-{679B0209-B556-37B0-5209-50B48FF8E249}" dt="2026-06-10T13:48:07.171" v="107"/>
      <pc:docMkLst>
        <pc:docMk/>
      </pc:docMkLst>
      <pc:sldChg chg="modSp mod modClrScheme chgLayout">
        <pc:chgData name="Sindura Puttha" userId="S::sindura.puttha@evisions.com::c50b9176-dfa2-4cff-b071-29d93932e8d0" providerId="AD" clId="Web-{679B0209-B556-37B0-5209-50B48FF8E249}" dt="2026-06-10T13:30:16.701" v="31" actId="20577"/>
        <pc:sldMkLst>
          <pc:docMk/>
          <pc:sldMk cId="109857222" sldId="256"/>
        </pc:sldMkLst>
        <pc:spChg chg="mod ord">
          <ac:chgData name="Sindura Puttha" userId="S::sindura.puttha@evisions.com::c50b9176-dfa2-4cff-b071-29d93932e8d0" providerId="AD" clId="Web-{679B0209-B556-37B0-5209-50B48FF8E249}" dt="2026-06-10T13:29:41.309" v="28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indura Puttha" userId="S::sindura.puttha@evisions.com::c50b9176-dfa2-4cff-b071-29d93932e8d0" providerId="AD" clId="Web-{679B0209-B556-37B0-5209-50B48FF8E249}" dt="2026-06-10T13:30:16.701" v="3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ClrScheme chgLayout modNotes">
        <pc:chgData name="Sindura Puttha" userId="S::sindura.puttha@evisions.com::c50b9176-dfa2-4cff-b071-29d93932e8d0" providerId="AD" clId="Web-{679B0209-B556-37B0-5209-50B48FF8E249}" dt="2026-06-10T13:48:07.171" v="107"/>
        <pc:sldMkLst>
          <pc:docMk/>
          <pc:sldMk cId="2426501735" sldId="257"/>
        </pc:sldMkLst>
        <pc:spChg chg="mod ord">
          <ac:chgData name="Sindura Puttha" userId="S::sindura.puttha@evisions.com::c50b9176-dfa2-4cff-b071-29d93932e8d0" providerId="AD" clId="Web-{679B0209-B556-37B0-5209-50B48FF8E249}" dt="2026-06-10T13:31:26.172" v="37" actId="20577"/>
          <ac:spMkLst>
            <pc:docMk/>
            <pc:sldMk cId="2426501735" sldId="257"/>
            <ac:spMk id="2" creationId="{7064B959-3EDF-7E6D-F14C-D14F69955EFC}"/>
          </ac:spMkLst>
        </pc:spChg>
        <pc:spChg chg="mod ord">
          <ac:chgData name="Sindura Puttha" userId="S::sindura.puttha@evisions.com::c50b9176-dfa2-4cff-b071-29d93932e8d0" providerId="AD" clId="Web-{679B0209-B556-37B0-5209-50B48FF8E249}" dt="2026-06-10T13:47:58.671" v="105" actId="20577"/>
          <ac:spMkLst>
            <pc:docMk/>
            <pc:sldMk cId="2426501735" sldId="257"/>
            <ac:spMk id="3" creationId="{FF198F17-2661-50BD-EB70-A83AC5406DA3}"/>
          </ac:spMkLst>
        </pc:spChg>
      </pc:sldChg>
      <pc:sldChg chg="addSp delSp modSp new">
        <pc:chgData name="Sindura Puttha" userId="S::sindura.puttha@evisions.com::c50b9176-dfa2-4cff-b071-29d93932e8d0" providerId="AD" clId="Web-{679B0209-B556-37B0-5209-50B48FF8E249}" dt="2026-06-10T13:39:16.030" v="68" actId="1076"/>
        <pc:sldMkLst>
          <pc:docMk/>
          <pc:sldMk cId="444588853" sldId="258"/>
        </pc:sldMkLst>
        <pc:spChg chg="mod">
          <ac:chgData name="Sindura Puttha" userId="S::sindura.puttha@evisions.com::c50b9176-dfa2-4cff-b071-29d93932e8d0" providerId="AD" clId="Web-{679B0209-B556-37B0-5209-50B48FF8E249}" dt="2026-06-10T13:34:17.630" v="46" actId="20577"/>
          <ac:spMkLst>
            <pc:docMk/>
            <pc:sldMk cId="444588853" sldId="258"/>
            <ac:spMk id="2" creationId="{35E4B601-A60C-E6C3-785E-C4F50DBA5385}"/>
          </ac:spMkLst>
        </pc:spChg>
        <pc:spChg chg="del">
          <ac:chgData name="Sindura Puttha" userId="S::sindura.puttha@evisions.com::c50b9176-dfa2-4cff-b071-29d93932e8d0" providerId="AD" clId="Web-{679B0209-B556-37B0-5209-50B48FF8E249}" dt="2026-06-10T13:33:48.114" v="41"/>
          <ac:spMkLst>
            <pc:docMk/>
            <pc:sldMk cId="444588853" sldId="258"/>
            <ac:spMk id="3" creationId="{2E44664B-E179-87AA-F83C-27D9B9FE28A1}"/>
          </ac:spMkLst>
        </pc:spChg>
        <pc:spChg chg="add del mod">
          <ac:chgData name="Sindura Puttha" userId="S::sindura.puttha@evisions.com::c50b9176-dfa2-4cff-b071-29d93932e8d0" providerId="AD" clId="Web-{679B0209-B556-37B0-5209-50B48FF8E249}" dt="2026-06-10T13:38:41.795" v="62"/>
          <ac:spMkLst>
            <pc:docMk/>
            <pc:sldMk cId="444588853" sldId="258"/>
            <ac:spMk id="7" creationId="{6604A579-D4DA-2574-898E-E5929FE9A61C}"/>
          </ac:spMkLst>
        </pc:spChg>
        <pc:spChg chg="add del mod">
          <ac:chgData name="Sindura Puttha" userId="S::sindura.puttha@evisions.com::c50b9176-dfa2-4cff-b071-29d93932e8d0" providerId="AD" clId="Web-{679B0209-B556-37B0-5209-50B48FF8E249}" dt="2026-06-10T13:39:10.561" v="66"/>
          <ac:spMkLst>
            <pc:docMk/>
            <pc:sldMk cId="444588853" sldId="258"/>
            <ac:spMk id="10" creationId="{8C0A29CA-357F-908B-6BB4-28096C9D556D}"/>
          </ac:spMkLst>
        </pc:spChg>
        <pc:picChg chg="add del mod ord">
          <ac:chgData name="Sindura Puttha" userId="S::sindura.puttha@evisions.com::c50b9176-dfa2-4cff-b071-29d93932e8d0" providerId="AD" clId="Web-{679B0209-B556-37B0-5209-50B48FF8E249}" dt="2026-06-10T13:38:22.091" v="60"/>
          <ac:picMkLst>
            <pc:docMk/>
            <pc:sldMk cId="444588853" sldId="258"/>
            <ac:picMk id="4" creationId="{13608100-A458-C89F-D049-0748C5A2AB45}"/>
          </ac:picMkLst>
        </pc:picChg>
        <pc:picChg chg="add del mod">
          <ac:chgData name="Sindura Puttha" userId="S::sindura.puttha@evisions.com::c50b9176-dfa2-4cff-b071-29d93932e8d0" providerId="AD" clId="Web-{679B0209-B556-37B0-5209-50B48FF8E249}" dt="2026-06-10T13:39:05.655" v="65"/>
          <ac:picMkLst>
            <pc:docMk/>
            <pc:sldMk cId="444588853" sldId="258"/>
            <ac:picMk id="5" creationId="{11C606E5-D3F6-8425-DF78-11AF9BFE991D}"/>
          </ac:picMkLst>
        </pc:picChg>
        <pc:picChg chg="add del mod ord">
          <ac:chgData name="Sindura Puttha" userId="S::sindura.puttha@evisions.com::c50b9176-dfa2-4cff-b071-29d93932e8d0" providerId="AD" clId="Web-{679B0209-B556-37B0-5209-50B48FF8E249}" dt="2026-06-10T13:38:47.842" v="63"/>
          <ac:picMkLst>
            <pc:docMk/>
            <pc:sldMk cId="444588853" sldId="258"/>
            <ac:picMk id="8" creationId="{7EEBB76A-63E8-29D9-17CC-AA8A274CA6B3}"/>
          </ac:picMkLst>
        </pc:picChg>
        <pc:picChg chg="add mod ord">
          <ac:chgData name="Sindura Puttha" userId="S::sindura.puttha@evisions.com::c50b9176-dfa2-4cff-b071-29d93932e8d0" providerId="AD" clId="Web-{679B0209-B556-37B0-5209-50B48FF8E249}" dt="2026-06-10T13:39:16.030" v="68" actId="1076"/>
          <ac:picMkLst>
            <pc:docMk/>
            <pc:sldMk cId="444588853" sldId="258"/>
            <ac:picMk id="11" creationId="{9CFF1999-7D1A-2BA0-0E03-B335588EBE0A}"/>
          </ac:picMkLst>
        </pc:picChg>
      </pc:sldChg>
      <pc:sldChg chg="new del">
        <pc:chgData name="Sindura Puttha" userId="S::sindura.puttha@evisions.com::c50b9176-dfa2-4cff-b071-29d93932e8d0" providerId="AD" clId="Web-{679B0209-B556-37B0-5209-50B48FF8E249}" dt="2026-06-10T13:32:17.127" v="39"/>
        <pc:sldMkLst>
          <pc:docMk/>
          <pc:sldMk cId="3402837242" sldId="258"/>
        </pc:sldMkLst>
      </pc:sldChg>
      <pc:sldChg chg="addSp delSp modSp new">
        <pc:chgData name="Sindura Puttha" userId="S::sindura.puttha@evisions.com::c50b9176-dfa2-4cff-b071-29d93932e8d0" providerId="AD" clId="Web-{679B0209-B556-37B0-5209-50B48FF8E249}" dt="2026-06-10T13:41:45.222" v="77" actId="1076"/>
        <pc:sldMkLst>
          <pc:docMk/>
          <pc:sldMk cId="3325029841" sldId="259"/>
        </pc:sldMkLst>
        <pc:spChg chg="mod">
          <ac:chgData name="Sindura Puttha" userId="S::sindura.puttha@evisions.com::c50b9176-dfa2-4cff-b071-29d93932e8d0" providerId="AD" clId="Web-{679B0209-B556-37B0-5209-50B48FF8E249}" dt="2026-06-10T13:41:41.206" v="76" actId="20577"/>
          <ac:spMkLst>
            <pc:docMk/>
            <pc:sldMk cId="3325029841" sldId="259"/>
            <ac:spMk id="2" creationId="{29B6297C-9C8B-8B0D-AE96-4E19B78D011F}"/>
          </ac:spMkLst>
        </pc:spChg>
        <pc:spChg chg="del">
          <ac:chgData name="Sindura Puttha" userId="S::sindura.puttha@evisions.com::c50b9176-dfa2-4cff-b071-29d93932e8d0" providerId="AD" clId="Web-{679B0209-B556-37B0-5209-50B48FF8E249}" dt="2026-06-10T13:34:59.710" v="49"/>
          <ac:spMkLst>
            <pc:docMk/>
            <pc:sldMk cId="3325029841" sldId="259"/>
            <ac:spMk id="3" creationId="{2DD79CCB-8E0D-A1D1-5F35-617C2768321E}"/>
          </ac:spMkLst>
        </pc:spChg>
        <pc:spChg chg="add del mod">
          <ac:chgData name="Sindura Puttha" userId="S::sindura.puttha@evisions.com::c50b9176-dfa2-4cff-b071-29d93932e8d0" providerId="AD" clId="Web-{679B0209-B556-37B0-5209-50B48FF8E249}" dt="2026-06-10T13:41:16.846" v="71"/>
          <ac:spMkLst>
            <pc:docMk/>
            <pc:sldMk cId="3325029841" sldId="259"/>
            <ac:spMk id="7" creationId="{FF231656-6C4C-ADF9-473E-6CAD30E6F190}"/>
          </ac:spMkLst>
        </pc:spChg>
        <pc:picChg chg="add del mod ord">
          <ac:chgData name="Sindura Puttha" userId="S::sindura.puttha@evisions.com::c50b9176-dfa2-4cff-b071-29d93932e8d0" providerId="AD" clId="Web-{679B0209-B556-37B0-5209-50B48FF8E249}" dt="2026-06-10T13:41:12.409" v="70"/>
          <ac:picMkLst>
            <pc:docMk/>
            <pc:sldMk cId="3325029841" sldId="259"/>
            <ac:picMk id="4" creationId="{8EE23573-82EC-69D1-36F5-771773164D60}"/>
          </ac:picMkLst>
        </pc:picChg>
        <pc:picChg chg="add del mod">
          <ac:chgData name="Sindura Puttha" userId="S::sindura.puttha@evisions.com::c50b9176-dfa2-4cff-b071-29d93932e8d0" providerId="AD" clId="Web-{679B0209-B556-37B0-5209-50B48FF8E249}" dt="2026-06-10T13:41:10.721" v="69"/>
          <ac:picMkLst>
            <pc:docMk/>
            <pc:sldMk cId="3325029841" sldId="259"/>
            <ac:picMk id="5" creationId="{60E7F5EE-4594-67C2-EEF5-A0B39C9E05EB}"/>
          </ac:picMkLst>
        </pc:picChg>
        <pc:picChg chg="add mod ord">
          <ac:chgData name="Sindura Puttha" userId="S::sindura.puttha@evisions.com::c50b9176-dfa2-4cff-b071-29d93932e8d0" providerId="AD" clId="Web-{679B0209-B556-37B0-5209-50B48FF8E249}" dt="2026-06-10T13:41:45.222" v="77" actId="1076"/>
          <ac:picMkLst>
            <pc:docMk/>
            <pc:sldMk cId="3325029841" sldId="259"/>
            <ac:picMk id="8" creationId="{8F7557B8-5E23-3DA3-1DDB-138CEE774A2D}"/>
          </ac:picMkLst>
        </pc:picChg>
      </pc:sldChg>
      <pc:sldMasterChg chg="del delSldLayout">
        <pc:chgData name="Sindura Puttha" userId="S::sindura.puttha@evisions.com::c50b9176-dfa2-4cff-b071-29d93932e8d0" providerId="AD" clId="Web-{679B0209-B556-37B0-5209-50B48FF8E249}" dt="2026-06-10T13:25:43.912" v="1"/>
        <pc:sldMasterMkLst>
          <pc:docMk/>
          <pc:sldMasterMk cId="2460954070" sldId="2147483660"/>
        </pc:sldMasterMkLst>
        <pc:sldLayoutChg chg="del">
          <pc:chgData name="Sindura Puttha" userId="S::sindura.puttha@evisions.com::c50b9176-dfa2-4cff-b071-29d93932e8d0" providerId="AD" clId="Web-{679B0209-B556-37B0-5209-50B48FF8E249}" dt="2026-06-10T13:25:43.912" v="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Sindura Puttha" userId="S::sindura.puttha@evisions.com::c50b9176-dfa2-4cff-b071-29d93932e8d0" providerId="AD" clId="Web-{679B0209-B556-37B0-5209-50B48FF8E249}" dt="2026-06-10T13:25:43.912" v="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Sindura Puttha" userId="S::sindura.puttha@evisions.com::c50b9176-dfa2-4cff-b071-29d93932e8d0" providerId="AD" clId="Web-{679B0209-B556-37B0-5209-50B48FF8E249}" dt="2026-06-10T13:25:43.912" v="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Sindura Puttha" userId="S::sindura.puttha@evisions.com::c50b9176-dfa2-4cff-b071-29d93932e8d0" providerId="AD" clId="Web-{679B0209-B556-37B0-5209-50B48FF8E249}" dt="2026-06-10T13:25:43.912" v="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Sindura Puttha" userId="S::sindura.puttha@evisions.com::c50b9176-dfa2-4cff-b071-29d93932e8d0" providerId="AD" clId="Web-{679B0209-B556-37B0-5209-50B48FF8E249}" dt="2026-06-10T13:25:43.912" v="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Sindura Puttha" userId="S::sindura.puttha@evisions.com::c50b9176-dfa2-4cff-b071-29d93932e8d0" providerId="AD" clId="Web-{679B0209-B556-37B0-5209-50B48FF8E249}" dt="2026-06-10T13:25:43.912" v="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Sindura Puttha" userId="S::sindura.puttha@evisions.com::c50b9176-dfa2-4cff-b071-29d93932e8d0" providerId="AD" clId="Web-{679B0209-B556-37B0-5209-50B48FF8E249}" dt="2026-06-10T13:25:43.912" v="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Sindura Puttha" userId="S::sindura.puttha@evisions.com::c50b9176-dfa2-4cff-b071-29d93932e8d0" providerId="AD" clId="Web-{679B0209-B556-37B0-5209-50B48FF8E249}" dt="2026-06-10T13:25:43.912" v="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Sindura Puttha" userId="S::sindura.puttha@evisions.com::c50b9176-dfa2-4cff-b071-29d93932e8d0" providerId="AD" clId="Web-{679B0209-B556-37B0-5209-50B48FF8E249}" dt="2026-06-10T13:25:43.912" v="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Sindura Puttha" userId="S::sindura.puttha@evisions.com::c50b9176-dfa2-4cff-b071-29d93932e8d0" providerId="AD" clId="Web-{679B0209-B556-37B0-5209-50B48FF8E249}" dt="2026-06-10T13:25:43.912" v="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Sindura Puttha" userId="S::sindura.puttha@evisions.com::c50b9176-dfa2-4cff-b071-29d93932e8d0" providerId="AD" clId="Web-{679B0209-B556-37B0-5209-50B48FF8E249}" dt="2026-06-10T13:25:43.912" v="1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5:46.506" v="2"/>
        <pc:sldMasterMkLst>
          <pc:docMk/>
          <pc:sldMasterMk cId="750030746" sldId="2147483672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5:46.506" v="2"/>
          <pc:sldLayoutMkLst>
            <pc:docMk/>
            <pc:sldMasterMk cId="750030746" sldId="2147483672"/>
            <pc:sldLayoutMk cId="2049961886" sldId="214748367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5:46.506" v="2"/>
          <pc:sldLayoutMkLst>
            <pc:docMk/>
            <pc:sldMasterMk cId="750030746" sldId="2147483672"/>
            <pc:sldLayoutMk cId="3788138730" sldId="214748367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5:46.506" v="2"/>
          <pc:sldLayoutMkLst>
            <pc:docMk/>
            <pc:sldMasterMk cId="750030746" sldId="2147483672"/>
            <pc:sldLayoutMk cId="1381933178" sldId="214748367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5:46.506" v="2"/>
          <pc:sldLayoutMkLst>
            <pc:docMk/>
            <pc:sldMasterMk cId="750030746" sldId="2147483672"/>
            <pc:sldLayoutMk cId="2143831703" sldId="214748367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5:46.506" v="2"/>
          <pc:sldLayoutMkLst>
            <pc:docMk/>
            <pc:sldMasterMk cId="750030746" sldId="2147483672"/>
            <pc:sldLayoutMk cId="1842125608" sldId="214748367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5:46.506" v="2"/>
          <pc:sldLayoutMkLst>
            <pc:docMk/>
            <pc:sldMasterMk cId="750030746" sldId="2147483672"/>
            <pc:sldLayoutMk cId="780471322" sldId="214748367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5:46.506" v="2"/>
          <pc:sldLayoutMkLst>
            <pc:docMk/>
            <pc:sldMasterMk cId="750030746" sldId="2147483672"/>
            <pc:sldLayoutMk cId="1713680888" sldId="214748367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5:46.506" v="2"/>
          <pc:sldLayoutMkLst>
            <pc:docMk/>
            <pc:sldMasterMk cId="750030746" sldId="2147483672"/>
            <pc:sldLayoutMk cId="3572162557" sldId="214748368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5:46.506" v="2"/>
          <pc:sldLayoutMkLst>
            <pc:docMk/>
            <pc:sldMasterMk cId="750030746" sldId="2147483672"/>
            <pc:sldLayoutMk cId="410914143" sldId="214748368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5:46.506" v="2"/>
          <pc:sldLayoutMkLst>
            <pc:docMk/>
            <pc:sldMasterMk cId="750030746" sldId="2147483672"/>
            <pc:sldLayoutMk cId="3316221032" sldId="214748368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5:46.506" v="2"/>
          <pc:sldLayoutMkLst>
            <pc:docMk/>
            <pc:sldMasterMk cId="750030746" sldId="2147483672"/>
            <pc:sldLayoutMk cId="496633535" sldId="2147483683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6:33.991" v="5"/>
        <pc:sldMasterMkLst>
          <pc:docMk/>
          <pc:sldMasterMk cId="3381309811" sldId="2147483684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6:33.991" v="5"/>
          <pc:sldLayoutMkLst>
            <pc:docMk/>
            <pc:sldMasterMk cId="3381309811" sldId="2147483684"/>
            <pc:sldLayoutMk cId="3846163326" sldId="214748368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33.991" v="5"/>
          <pc:sldLayoutMkLst>
            <pc:docMk/>
            <pc:sldMasterMk cId="3381309811" sldId="2147483684"/>
            <pc:sldLayoutMk cId="1738471658" sldId="214748368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33.991" v="5"/>
          <pc:sldLayoutMkLst>
            <pc:docMk/>
            <pc:sldMasterMk cId="3381309811" sldId="2147483684"/>
            <pc:sldLayoutMk cId="75339508" sldId="214748368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33.991" v="5"/>
          <pc:sldLayoutMkLst>
            <pc:docMk/>
            <pc:sldMasterMk cId="3381309811" sldId="2147483684"/>
            <pc:sldLayoutMk cId="3544763426" sldId="214748368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33.991" v="5"/>
          <pc:sldLayoutMkLst>
            <pc:docMk/>
            <pc:sldMasterMk cId="3381309811" sldId="2147483684"/>
            <pc:sldLayoutMk cId="2706889181" sldId="214748368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33.991" v="5"/>
          <pc:sldLayoutMkLst>
            <pc:docMk/>
            <pc:sldMasterMk cId="3381309811" sldId="2147483684"/>
            <pc:sldLayoutMk cId="863253324" sldId="214748369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33.991" v="5"/>
          <pc:sldLayoutMkLst>
            <pc:docMk/>
            <pc:sldMasterMk cId="3381309811" sldId="2147483684"/>
            <pc:sldLayoutMk cId="1358726592" sldId="214748369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33.991" v="5"/>
          <pc:sldLayoutMkLst>
            <pc:docMk/>
            <pc:sldMasterMk cId="3381309811" sldId="2147483684"/>
            <pc:sldLayoutMk cId="363110508" sldId="214748369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33.991" v="5"/>
          <pc:sldLayoutMkLst>
            <pc:docMk/>
            <pc:sldMasterMk cId="3381309811" sldId="2147483684"/>
            <pc:sldLayoutMk cId="3835558793" sldId="214748369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33.991" v="5"/>
          <pc:sldLayoutMkLst>
            <pc:docMk/>
            <pc:sldMasterMk cId="3381309811" sldId="2147483684"/>
            <pc:sldLayoutMk cId="696176814" sldId="214748369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33.991" v="5"/>
          <pc:sldLayoutMkLst>
            <pc:docMk/>
            <pc:sldMasterMk cId="3381309811" sldId="2147483684"/>
            <pc:sldLayoutMk cId="2915409918" sldId="2147483695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6:41.226" v="6"/>
        <pc:sldMasterMkLst>
          <pc:docMk/>
          <pc:sldMasterMk cId="3366599435" sldId="2147483696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6:41.226" v="6"/>
          <pc:sldLayoutMkLst>
            <pc:docMk/>
            <pc:sldMasterMk cId="3366599435" sldId="2147483696"/>
            <pc:sldLayoutMk cId="3407613669" sldId="214748369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1.226" v="6"/>
          <pc:sldLayoutMkLst>
            <pc:docMk/>
            <pc:sldMasterMk cId="3366599435" sldId="2147483696"/>
            <pc:sldLayoutMk cId="2713513123" sldId="214748369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1.226" v="6"/>
          <pc:sldLayoutMkLst>
            <pc:docMk/>
            <pc:sldMasterMk cId="3366599435" sldId="2147483696"/>
            <pc:sldLayoutMk cId="1182880184" sldId="214748369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1.226" v="6"/>
          <pc:sldLayoutMkLst>
            <pc:docMk/>
            <pc:sldMasterMk cId="3366599435" sldId="2147483696"/>
            <pc:sldLayoutMk cId="2652471932" sldId="214748370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1.226" v="6"/>
          <pc:sldLayoutMkLst>
            <pc:docMk/>
            <pc:sldMasterMk cId="3366599435" sldId="2147483696"/>
            <pc:sldLayoutMk cId="2119969267" sldId="214748370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1.226" v="6"/>
          <pc:sldLayoutMkLst>
            <pc:docMk/>
            <pc:sldMasterMk cId="3366599435" sldId="2147483696"/>
            <pc:sldLayoutMk cId="4291176166" sldId="214748370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1.226" v="6"/>
          <pc:sldLayoutMkLst>
            <pc:docMk/>
            <pc:sldMasterMk cId="3366599435" sldId="2147483696"/>
            <pc:sldLayoutMk cId="2887419543" sldId="214748370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1.226" v="6"/>
          <pc:sldLayoutMkLst>
            <pc:docMk/>
            <pc:sldMasterMk cId="3366599435" sldId="2147483696"/>
            <pc:sldLayoutMk cId="3471342412" sldId="214748370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1.226" v="6"/>
          <pc:sldLayoutMkLst>
            <pc:docMk/>
            <pc:sldMasterMk cId="3366599435" sldId="2147483696"/>
            <pc:sldLayoutMk cId="2444993305" sldId="214748370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1.226" v="6"/>
          <pc:sldLayoutMkLst>
            <pc:docMk/>
            <pc:sldMasterMk cId="3366599435" sldId="2147483696"/>
            <pc:sldLayoutMk cId="4209239652" sldId="214748370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1.226" v="6"/>
          <pc:sldLayoutMkLst>
            <pc:docMk/>
            <pc:sldMasterMk cId="3366599435" sldId="2147483696"/>
            <pc:sldLayoutMk cId="1445342786" sldId="2147483707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6:45.085" v="7"/>
        <pc:sldMasterMkLst>
          <pc:docMk/>
          <pc:sldMasterMk cId="951258340" sldId="2147483708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6:45.085" v="7"/>
          <pc:sldLayoutMkLst>
            <pc:docMk/>
            <pc:sldMasterMk cId="951258340" sldId="2147483708"/>
            <pc:sldLayoutMk cId="946099822" sldId="214748370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5.085" v="7"/>
          <pc:sldLayoutMkLst>
            <pc:docMk/>
            <pc:sldMasterMk cId="951258340" sldId="2147483708"/>
            <pc:sldLayoutMk cId="1340828094" sldId="214748371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5.085" v="7"/>
          <pc:sldLayoutMkLst>
            <pc:docMk/>
            <pc:sldMasterMk cId="951258340" sldId="2147483708"/>
            <pc:sldLayoutMk cId="2015082851" sldId="214748371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5.085" v="7"/>
          <pc:sldLayoutMkLst>
            <pc:docMk/>
            <pc:sldMasterMk cId="951258340" sldId="2147483708"/>
            <pc:sldLayoutMk cId="1190504991" sldId="214748371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5.085" v="7"/>
          <pc:sldLayoutMkLst>
            <pc:docMk/>
            <pc:sldMasterMk cId="951258340" sldId="2147483708"/>
            <pc:sldLayoutMk cId="954073079" sldId="214748371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5.085" v="7"/>
          <pc:sldLayoutMkLst>
            <pc:docMk/>
            <pc:sldMasterMk cId="951258340" sldId="2147483708"/>
            <pc:sldLayoutMk cId="2174733806" sldId="214748371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5.085" v="7"/>
          <pc:sldLayoutMkLst>
            <pc:docMk/>
            <pc:sldMasterMk cId="951258340" sldId="2147483708"/>
            <pc:sldLayoutMk cId="4237701252" sldId="214748371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5.085" v="7"/>
          <pc:sldLayoutMkLst>
            <pc:docMk/>
            <pc:sldMasterMk cId="951258340" sldId="2147483708"/>
            <pc:sldLayoutMk cId="1480952479" sldId="214748371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5.085" v="7"/>
          <pc:sldLayoutMkLst>
            <pc:docMk/>
            <pc:sldMasterMk cId="951258340" sldId="2147483708"/>
            <pc:sldLayoutMk cId="1651914777" sldId="214748371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5.085" v="7"/>
          <pc:sldLayoutMkLst>
            <pc:docMk/>
            <pc:sldMasterMk cId="951258340" sldId="2147483708"/>
            <pc:sldLayoutMk cId="3595921548" sldId="214748371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5.085" v="7"/>
          <pc:sldLayoutMkLst>
            <pc:docMk/>
            <pc:sldMasterMk cId="951258340" sldId="2147483708"/>
            <pc:sldLayoutMk cId="1784406573" sldId="2147483719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6:49.664" v="8"/>
        <pc:sldMasterMkLst>
          <pc:docMk/>
          <pc:sldMasterMk cId="3096523579" sldId="2147483720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6:49.664" v="8"/>
          <pc:sldLayoutMkLst>
            <pc:docMk/>
            <pc:sldMasterMk cId="3096523579" sldId="2147483720"/>
            <pc:sldLayoutMk cId="3210061832" sldId="214748372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9.664" v="8"/>
          <pc:sldLayoutMkLst>
            <pc:docMk/>
            <pc:sldMasterMk cId="3096523579" sldId="2147483720"/>
            <pc:sldLayoutMk cId="211483914" sldId="214748372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9.664" v="8"/>
          <pc:sldLayoutMkLst>
            <pc:docMk/>
            <pc:sldMasterMk cId="3096523579" sldId="2147483720"/>
            <pc:sldLayoutMk cId="1989830493" sldId="214748372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9.664" v="8"/>
          <pc:sldLayoutMkLst>
            <pc:docMk/>
            <pc:sldMasterMk cId="3096523579" sldId="2147483720"/>
            <pc:sldLayoutMk cId="872893271" sldId="214748372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9.664" v="8"/>
          <pc:sldLayoutMkLst>
            <pc:docMk/>
            <pc:sldMasterMk cId="3096523579" sldId="2147483720"/>
            <pc:sldLayoutMk cId="2902740479" sldId="214748372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9.664" v="8"/>
          <pc:sldLayoutMkLst>
            <pc:docMk/>
            <pc:sldMasterMk cId="3096523579" sldId="2147483720"/>
            <pc:sldLayoutMk cId="1134295598" sldId="214748372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9.664" v="8"/>
          <pc:sldLayoutMkLst>
            <pc:docMk/>
            <pc:sldMasterMk cId="3096523579" sldId="2147483720"/>
            <pc:sldLayoutMk cId="3524386203" sldId="214748372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9.664" v="8"/>
          <pc:sldLayoutMkLst>
            <pc:docMk/>
            <pc:sldMasterMk cId="3096523579" sldId="2147483720"/>
            <pc:sldLayoutMk cId="882166413" sldId="214748372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9.664" v="8"/>
          <pc:sldLayoutMkLst>
            <pc:docMk/>
            <pc:sldMasterMk cId="3096523579" sldId="2147483720"/>
            <pc:sldLayoutMk cId="1272525467" sldId="214748372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9.664" v="8"/>
          <pc:sldLayoutMkLst>
            <pc:docMk/>
            <pc:sldMasterMk cId="3096523579" sldId="2147483720"/>
            <pc:sldLayoutMk cId="1710598694" sldId="214748373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49.664" v="8"/>
          <pc:sldLayoutMkLst>
            <pc:docMk/>
            <pc:sldMasterMk cId="3096523579" sldId="2147483720"/>
            <pc:sldLayoutMk cId="671050659" sldId="2147483731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6:52.117" v="9"/>
        <pc:sldMasterMkLst>
          <pc:docMk/>
          <pc:sldMasterMk cId="355317274" sldId="2147483732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6:52.117" v="9"/>
          <pc:sldLayoutMkLst>
            <pc:docMk/>
            <pc:sldMasterMk cId="355317274" sldId="2147483732"/>
            <pc:sldLayoutMk cId="2239741445" sldId="214748373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2.117" v="9"/>
          <pc:sldLayoutMkLst>
            <pc:docMk/>
            <pc:sldMasterMk cId="355317274" sldId="2147483732"/>
            <pc:sldLayoutMk cId="3851938709" sldId="214748373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2.117" v="9"/>
          <pc:sldLayoutMkLst>
            <pc:docMk/>
            <pc:sldMasterMk cId="355317274" sldId="2147483732"/>
            <pc:sldLayoutMk cId="1311095783" sldId="214748373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2.117" v="9"/>
          <pc:sldLayoutMkLst>
            <pc:docMk/>
            <pc:sldMasterMk cId="355317274" sldId="2147483732"/>
            <pc:sldLayoutMk cId="2760452217" sldId="214748373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2.117" v="9"/>
          <pc:sldLayoutMkLst>
            <pc:docMk/>
            <pc:sldMasterMk cId="355317274" sldId="2147483732"/>
            <pc:sldLayoutMk cId="6252757" sldId="214748373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2.117" v="9"/>
          <pc:sldLayoutMkLst>
            <pc:docMk/>
            <pc:sldMasterMk cId="355317274" sldId="2147483732"/>
            <pc:sldLayoutMk cId="53981426" sldId="214748373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2.117" v="9"/>
          <pc:sldLayoutMkLst>
            <pc:docMk/>
            <pc:sldMasterMk cId="355317274" sldId="2147483732"/>
            <pc:sldLayoutMk cId="4209223309" sldId="214748373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2.117" v="9"/>
          <pc:sldLayoutMkLst>
            <pc:docMk/>
            <pc:sldMasterMk cId="355317274" sldId="2147483732"/>
            <pc:sldLayoutMk cId="2744391258" sldId="214748374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2.117" v="9"/>
          <pc:sldLayoutMkLst>
            <pc:docMk/>
            <pc:sldMasterMk cId="355317274" sldId="2147483732"/>
            <pc:sldLayoutMk cId="2370368185" sldId="214748374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2.117" v="9"/>
          <pc:sldLayoutMkLst>
            <pc:docMk/>
            <pc:sldMasterMk cId="355317274" sldId="2147483732"/>
            <pc:sldLayoutMk cId="3378154321" sldId="214748374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2.117" v="9"/>
          <pc:sldLayoutMkLst>
            <pc:docMk/>
            <pc:sldMasterMk cId="355317274" sldId="2147483732"/>
            <pc:sldLayoutMk cId="3820997573" sldId="2147483743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6:54.945" v="10"/>
        <pc:sldMasterMkLst>
          <pc:docMk/>
          <pc:sldMasterMk cId="3761720170" sldId="2147483744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6:54.945" v="10"/>
          <pc:sldLayoutMkLst>
            <pc:docMk/>
            <pc:sldMasterMk cId="3761720170" sldId="2147483744"/>
            <pc:sldLayoutMk cId="2478586957" sldId="214748374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4.945" v="10"/>
          <pc:sldLayoutMkLst>
            <pc:docMk/>
            <pc:sldMasterMk cId="3761720170" sldId="2147483744"/>
            <pc:sldLayoutMk cId="1115349307" sldId="214748374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4.945" v="10"/>
          <pc:sldLayoutMkLst>
            <pc:docMk/>
            <pc:sldMasterMk cId="3761720170" sldId="2147483744"/>
            <pc:sldLayoutMk cId="2192807180" sldId="214748374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4.945" v="10"/>
          <pc:sldLayoutMkLst>
            <pc:docMk/>
            <pc:sldMasterMk cId="3761720170" sldId="2147483744"/>
            <pc:sldLayoutMk cId="659795970" sldId="214748374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4.945" v="10"/>
          <pc:sldLayoutMkLst>
            <pc:docMk/>
            <pc:sldMasterMk cId="3761720170" sldId="2147483744"/>
            <pc:sldLayoutMk cId="2567863620" sldId="214748374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4.945" v="10"/>
          <pc:sldLayoutMkLst>
            <pc:docMk/>
            <pc:sldMasterMk cId="3761720170" sldId="2147483744"/>
            <pc:sldLayoutMk cId="1481308626" sldId="214748375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4.945" v="10"/>
          <pc:sldLayoutMkLst>
            <pc:docMk/>
            <pc:sldMasterMk cId="3761720170" sldId="2147483744"/>
            <pc:sldLayoutMk cId="3246257573" sldId="214748375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4.945" v="10"/>
          <pc:sldLayoutMkLst>
            <pc:docMk/>
            <pc:sldMasterMk cId="3761720170" sldId="2147483744"/>
            <pc:sldLayoutMk cId="2671281315" sldId="214748375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4.945" v="10"/>
          <pc:sldLayoutMkLst>
            <pc:docMk/>
            <pc:sldMasterMk cId="3761720170" sldId="2147483744"/>
            <pc:sldLayoutMk cId="3366388952" sldId="214748375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4.945" v="10"/>
          <pc:sldLayoutMkLst>
            <pc:docMk/>
            <pc:sldMasterMk cId="3761720170" sldId="2147483744"/>
            <pc:sldLayoutMk cId="2003211420" sldId="214748375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6:54.945" v="10"/>
          <pc:sldLayoutMkLst>
            <pc:docMk/>
            <pc:sldMasterMk cId="3761720170" sldId="2147483744"/>
            <pc:sldLayoutMk cId="4022514257" sldId="2147483755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7:06.336" v="11"/>
        <pc:sldMasterMkLst>
          <pc:docMk/>
          <pc:sldMasterMk cId="4014980185" sldId="2147483756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7:06.336" v="11"/>
          <pc:sldLayoutMkLst>
            <pc:docMk/>
            <pc:sldMasterMk cId="4014980185" sldId="2147483756"/>
            <pc:sldLayoutMk cId="1113458107" sldId="214748375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06.336" v="11"/>
          <pc:sldLayoutMkLst>
            <pc:docMk/>
            <pc:sldMasterMk cId="4014980185" sldId="2147483756"/>
            <pc:sldLayoutMk cId="3125437741" sldId="214748375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06.336" v="11"/>
          <pc:sldLayoutMkLst>
            <pc:docMk/>
            <pc:sldMasterMk cId="4014980185" sldId="2147483756"/>
            <pc:sldLayoutMk cId="3960252960" sldId="214748375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06.336" v="11"/>
          <pc:sldLayoutMkLst>
            <pc:docMk/>
            <pc:sldMasterMk cId="4014980185" sldId="2147483756"/>
            <pc:sldLayoutMk cId="58228458" sldId="214748376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06.336" v="11"/>
          <pc:sldLayoutMkLst>
            <pc:docMk/>
            <pc:sldMasterMk cId="4014980185" sldId="2147483756"/>
            <pc:sldLayoutMk cId="500997743" sldId="214748376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06.336" v="11"/>
          <pc:sldLayoutMkLst>
            <pc:docMk/>
            <pc:sldMasterMk cId="4014980185" sldId="2147483756"/>
            <pc:sldLayoutMk cId="3888593478" sldId="214748376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06.336" v="11"/>
          <pc:sldLayoutMkLst>
            <pc:docMk/>
            <pc:sldMasterMk cId="4014980185" sldId="2147483756"/>
            <pc:sldLayoutMk cId="154053137" sldId="214748376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06.336" v="11"/>
          <pc:sldLayoutMkLst>
            <pc:docMk/>
            <pc:sldMasterMk cId="4014980185" sldId="2147483756"/>
            <pc:sldLayoutMk cId="4108408948" sldId="214748376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06.336" v="11"/>
          <pc:sldLayoutMkLst>
            <pc:docMk/>
            <pc:sldMasterMk cId="4014980185" sldId="2147483756"/>
            <pc:sldLayoutMk cId="3814197278" sldId="214748376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06.336" v="11"/>
          <pc:sldLayoutMkLst>
            <pc:docMk/>
            <pc:sldMasterMk cId="4014980185" sldId="2147483756"/>
            <pc:sldLayoutMk cId="424198431" sldId="214748376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06.336" v="11"/>
          <pc:sldLayoutMkLst>
            <pc:docMk/>
            <pc:sldMasterMk cId="4014980185" sldId="2147483756"/>
            <pc:sldLayoutMk cId="73371507" sldId="2147483767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7:17.836" v="12"/>
        <pc:sldMasterMkLst>
          <pc:docMk/>
          <pc:sldMasterMk cId="1909044645" sldId="2147483768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7:17.836" v="12"/>
          <pc:sldLayoutMkLst>
            <pc:docMk/>
            <pc:sldMasterMk cId="1909044645" sldId="2147483768"/>
            <pc:sldLayoutMk cId="1967694014" sldId="214748376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17.836" v="12"/>
          <pc:sldLayoutMkLst>
            <pc:docMk/>
            <pc:sldMasterMk cId="1909044645" sldId="2147483768"/>
            <pc:sldLayoutMk cId="894527825" sldId="214748377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17.836" v="12"/>
          <pc:sldLayoutMkLst>
            <pc:docMk/>
            <pc:sldMasterMk cId="1909044645" sldId="2147483768"/>
            <pc:sldLayoutMk cId="2129221659" sldId="214748377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17.836" v="12"/>
          <pc:sldLayoutMkLst>
            <pc:docMk/>
            <pc:sldMasterMk cId="1909044645" sldId="2147483768"/>
            <pc:sldLayoutMk cId="1048414881" sldId="214748377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17.836" v="12"/>
          <pc:sldLayoutMkLst>
            <pc:docMk/>
            <pc:sldMasterMk cId="1909044645" sldId="2147483768"/>
            <pc:sldLayoutMk cId="1157863463" sldId="214748377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17.836" v="12"/>
          <pc:sldLayoutMkLst>
            <pc:docMk/>
            <pc:sldMasterMk cId="1909044645" sldId="2147483768"/>
            <pc:sldLayoutMk cId="1473424536" sldId="214748377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17.836" v="12"/>
          <pc:sldLayoutMkLst>
            <pc:docMk/>
            <pc:sldMasterMk cId="1909044645" sldId="2147483768"/>
            <pc:sldLayoutMk cId="3969795850" sldId="214748377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17.836" v="12"/>
          <pc:sldLayoutMkLst>
            <pc:docMk/>
            <pc:sldMasterMk cId="1909044645" sldId="2147483768"/>
            <pc:sldLayoutMk cId="452548203" sldId="214748377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17.836" v="12"/>
          <pc:sldLayoutMkLst>
            <pc:docMk/>
            <pc:sldMasterMk cId="1909044645" sldId="2147483768"/>
            <pc:sldLayoutMk cId="2882818499" sldId="214748377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17.836" v="12"/>
          <pc:sldLayoutMkLst>
            <pc:docMk/>
            <pc:sldMasterMk cId="1909044645" sldId="2147483768"/>
            <pc:sldLayoutMk cId="1579240226" sldId="214748377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17.836" v="12"/>
          <pc:sldLayoutMkLst>
            <pc:docMk/>
            <pc:sldMasterMk cId="1909044645" sldId="2147483768"/>
            <pc:sldLayoutMk cId="206148525" sldId="2147483779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7:29.212" v="14"/>
        <pc:sldMasterMkLst>
          <pc:docMk/>
          <pc:sldMasterMk cId="3099527084" sldId="2147483780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7:29.212" v="14"/>
          <pc:sldLayoutMkLst>
            <pc:docMk/>
            <pc:sldMasterMk cId="3099527084" sldId="2147483780"/>
            <pc:sldLayoutMk cId="2287589713" sldId="214748378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29.212" v="14"/>
          <pc:sldLayoutMkLst>
            <pc:docMk/>
            <pc:sldMasterMk cId="3099527084" sldId="2147483780"/>
            <pc:sldLayoutMk cId="895753511" sldId="214748378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29.212" v="14"/>
          <pc:sldLayoutMkLst>
            <pc:docMk/>
            <pc:sldMasterMk cId="3099527084" sldId="2147483780"/>
            <pc:sldLayoutMk cId="2317525937" sldId="214748378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29.212" v="14"/>
          <pc:sldLayoutMkLst>
            <pc:docMk/>
            <pc:sldMasterMk cId="3099527084" sldId="2147483780"/>
            <pc:sldLayoutMk cId="2460496622" sldId="214748378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29.212" v="14"/>
          <pc:sldLayoutMkLst>
            <pc:docMk/>
            <pc:sldMasterMk cId="3099527084" sldId="2147483780"/>
            <pc:sldLayoutMk cId="2048615600" sldId="214748378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29.212" v="14"/>
          <pc:sldLayoutMkLst>
            <pc:docMk/>
            <pc:sldMasterMk cId="3099527084" sldId="2147483780"/>
            <pc:sldLayoutMk cId="841886326" sldId="214748378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29.212" v="14"/>
          <pc:sldLayoutMkLst>
            <pc:docMk/>
            <pc:sldMasterMk cId="3099527084" sldId="2147483780"/>
            <pc:sldLayoutMk cId="2843860526" sldId="214748378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29.212" v="14"/>
          <pc:sldLayoutMkLst>
            <pc:docMk/>
            <pc:sldMasterMk cId="3099527084" sldId="2147483780"/>
            <pc:sldLayoutMk cId="1990073187" sldId="214748378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29.212" v="14"/>
          <pc:sldLayoutMkLst>
            <pc:docMk/>
            <pc:sldMasterMk cId="3099527084" sldId="2147483780"/>
            <pc:sldLayoutMk cId="3994011411" sldId="214748378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29.212" v="14"/>
          <pc:sldLayoutMkLst>
            <pc:docMk/>
            <pc:sldMasterMk cId="3099527084" sldId="2147483780"/>
            <pc:sldLayoutMk cId="2939145840" sldId="214748379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29.212" v="14"/>
          <pc:sldLayoutMkLst>
            <pc:docMk/>
            <pc:sldMasterMk cId="3099527084" sldId="2147483780"/>
            <pc:sldLayoutMk cId="286803688" sldId="2147483791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7:41.212" v="15"/>
        <pc:sldMasterMkLst>
          <pc:docMk/>
          <pc:sldMasterMk cId="2715765782" sldId="2147483792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7:41.212" v="15"/>
          <pc:sldLayoutMkLst>
            <pc:docMk/>
            <pc:sldMasterMk cId="2715765782" sldId="2147483792"/>
            <pc:sldLayoutMk cId="1975228103" sldId="214748379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1.212" v="15"/>
          <pc:sldLayoutMkLst>
            <pc:docMk/>
            <pc:sldMasterMk cId="2715765782" sldId="2147483792"/>
            <pc:sldLayoutMk cId="1803357845" sldId="214748379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1.212" v="15"/>
          <pc:sldLayoutMkLst>
            <pc:docMk/>
            <pc:sldMasterMk cId="2715765782" sldId="2147483792"/>
            <pc:sldLayoutMk cId="2402510049" sldId="214748379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1.212" v="15"/>
          <pc:sldLayoutMkLst>
            <pc:docMk/>
            <pc:sldMasterMk cId="2715765782" sldId="2147483792"/>
            <pc:sldLayoutMk cId="136498948" sldId="214748379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1.212" v="15"/>
          <pc:sldLayoutMkLst>
            <pc:docMk/>
            <pc:sldMasterMk cId="2715765782" sldId="2147483792"/>
            <pc:sldLayoutMk cId="1059645848" sldId="214748379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1.212" v="15"/>
          <pc:sldLayoutMkLst>
            <pc:docMk/>
            <pc:sldMasterMk cId="2715765782" sldId="2147483792"/>
            <pc:sldLayoutMk cId="2799262606" sldId="214748379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1.212" v="15"/>
          <pc:sldLayoutMkLst>
            <pc:docMk/>
            <pc:sldMasterMk cId="2715765782" sldId="2147483792"/>
            <pc:sldLayoutMk cId="3082634822" sldId="214748379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1.212" v="15"/>
          <pc:sldLayoutMkLst>
            <pc:docMk/>
            <pc:sldMasterMk cId="2715765782" sldId="2147483792"/>
            <pc:sldLayoutMk cId="3123562542" sldId="214748380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1.212" v="15"/>
          <pc:sldLayoutMkLst>
            <pc:docMk/>
            <pc:sldMasterMk cId="2715765782" sldId="2147483792"/>
            <pc:sldLayoutMk cId="1628248706" sldId="214748380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1.212" v="15"/>
          <pc:sldLayoutMkLst>
            <pc:docMk/>
            <pc:sldMasterMk cId="2715765782" sldId="2147483792"/>
            <pc:sldLayoutMk cId="3816723370" sldId="214748380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1.212" v="15"/>
          <pc:sldLayoutMkLst>
            <pc:docMk/>
            <pc:sldMasterMk cId="2715765782" sldId="2147483792"/>
            <pc:sldLayoutMk cId="3875410730" sldId="2147483803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7:48.244" v="16"/>
        <pc:sldMasterMkLst>
          <pc:docMk/>
          <pc:sldMasterMk cId="4079370328" sldId="2147483804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7:48.244" v="16"/>
          <pc:sldLayoutMkLst>
            <pc:docMk/>
            <pc:sldMasterMk cId="4079370328" sldId="2147483804"/>
            <pc:sldLayoutMk cId="3862486594" sldId="214748380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8.244" v="16"/>
          <pc:sldLayoutMkLst>
            <pc:docMk/>
            <pc:sldMasterMk cId="4079370328" sldId="2147483804"/>
            <pc:sldLayoutMk cId="2847458399" sldId="214748380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8.244" v="16"/>
          <pc:sldLayoutMkLst>
            <pc:docMk/>
            <pc:sldMasterMk cId="4079370328" sldId="2147483804"/>
            <pc:sldLayoutMk cId="3132213107" sldId="214748380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8.244" v="16"/>
          <pc:sldLayoutMkLst>
            <pc:docMk/>
            <pc:sldMasterMk cId="4079370328" sldId="2147483804"/>
            <pc:sldLayoutMk cId="1199566993" sldId="214748380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8.244" v="16"/>
          <pc:sldLayoutMkLst>
            <pc:docMk/>
            <pc:sldMasterMk cId="4079370328" sldId="2147483804"/>
            <pc:sldLayoutMk cId="1589911003" sldId="214748380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8.244" v="16"/>
          <pc:sldLayoutMkLst>
            <pc:docMk/>
            <pc:sldMasterMk cId="4079370328" sldId="2147483804"/>
            <pc:sldLayoutMk cId="1250126389" sldId="214748381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8.244" v="16"/>
          <pc:sldLayoutMkLst>
            <pc:docMk/>
            <pc:sldMasterMk cId="4079370328" sldId="2147483804"/>
            <pc:sldLayoutMk cId="2816199674" sldId="214748381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8.244" v="16"/>
          <pc:sldLayoutMkLst>
            <pc:docMk/>
            <pc:sldMasterMk cId="4079370328" sldId="2147483804"/>
            <pc:sldLayoutMk cId="198451292" sldId="214748381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8.244" v="16"/>
          <pc:sldLayoutMkLst>
            <pc:docMk/>
            <pc:sldMasterMk cId="4079370328" sldId="2147483804"/>
            <pc:sldLayoutMk cId="3719935805" sldId="214748381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8.244" v="16"/>
          <pc:sldLayoutMkLst>
            <pc:docMk/>
            <pc:sldMasterMk cId="4079370328" sldId="2147483804"/>
            <pc:sldLayoutMk cId="2066120420" sldId="214748381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48.244" v="16"/>
          <pc:sldLayoutMkLst>
            <pc:docMk/>
            <pc:sldMasterMk cId="4079370328" sldId="2147483804"/>
            <pc:sldLayoutMk cId="1768721920" sldId="2147483815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7:52.369" v="17"/>
        <pc:sldMasterMkLst>
          <pc:docMk/>
          <pc:sldMasterMk cId="3494679078" sldId="2147483816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7:52.369" v="17"/>
          <pc:sldLayoutMkLst>
            <pc:docMk/>
            <pc:sldMasterMk cId="3494679078" sldId="2147483816"/>
            <pc:sldLayoutMk cId="2418471677" sldId="214748381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2.369" v="17"/>
          <pc:sldLayoutMkLst>
            <pc:docMk/>
            <pc:sldMasterMk cId="3494679078" sldId="2147483816"/>
            <pc:sldLayoutMk cId="402738670" sldId="214748381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2.369" v="17"/>
          <pc:sldLayoutMkLst>
            <pc:docMk/>
            <pc:sldMasterMk cId="3494679078" sldId="2147483816"/>
            <pc:sldLayoutMk cId="3894697227" sldId="214748381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2.369" v="17"/>
          <pc:sldLayoutMkLst>
            <pc:docMk/>
            <pc:sldMasterMk cId="3494679078" sldId="2147483816"/>
            <pc:sldLayoutMk cId="81749619" sldId="214748382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2.369" v="17"/>
          <pc:sldLayoutMkLst>
            <pc:docMk/>
            <pc:sldMasterMk cId="3494679078" sldId="2147483816"/>
            <pc:sldLayoutMk cId="2677407742" sldId="214748382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2.369" v="17"/>
          <pc:sldLayoutMkLst>
            <pc:docMk/>
            <pc:sldMasterMk cId="3494679078" sldId="2147483816"/>
            <pc:sldLayoutMk cId="3163708062" sldId="214748382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2.369" v="17"/>
          <pc:sldLayoutMkLst>
            <pc:docMk/>
            <pc:sldMasterMk cId="3494679078" sldId="2147483816"/>
            <pc:sldLayoutMk cId="2212834439" sldId="214748382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2.369" v="17"/>
          <pc:sldLayoutMkLst>
            <pc:docMk/>
            <pc:sldMasterMk cId="3494679078" sldId="2147483816"/>
            <pc:sldLayoutMk cId="4095153871" sldId="214748382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2.369" v="17"/>
          <pc:sldLayoutMkLst>
            <pc:docMk/>
            <pc:sldMasterMk cId="3494679078" sldId="2147483816"/>
            <pc:sldLayoutMk cId="1523087432" sldId="214748382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2.369" v="17"/>
          <pc:sldLayoutMkLst>
            <pc:docMk/>
            <pc:sldMasterMk cId="3494679078" sldId="2147483816"/>
            <pc:sldLayoutMk cId="2722698160" sldId="214748382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2.369" v="17"/>
          <pc:sldLayoutMkLst>
            <pc:docMk/>
            <pc:sldMasterMk cId="3494679078" sldId="2147483816"/>
            <pc:sldLayoutMk cId="2314638794" sldId="2147483827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7:56.697" v="18"/>
        <pc:sldMasterMkLst>
          <pc:docMk/>
          <pc:sldMasterMk cId="3191466046" sldId="2147483828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7:56.697" v="18"/>
          <pc:sldLayoutMkLst>
            <pc:docMk/>
            <pc:sldMasterMk cId="3191466046" sldId="2147483828"/>
            <pc:sldLayoutMk cId="820884314" sldId="214748382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6.697" v="18"/>
          <pc:sldLayoutMkLst>
            <pc:docMk/>
            <pc:sldMasterMk cId="3191466046" sldId="2147483828"/>
            <pc:sldLayoutMk cId="2856804051" sldId="214748383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6.697" v="18"/>
          <pc:sldLayoutMkLst>
            <pc:docMk/>
            <pc:sldMasterMk cId="3191466046" sldId="2147483828"/>
            <pc:sldLayoutMk cId="1917355701" sldId="214748383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6.697" v="18"/>
          <pc:sldLayoutMkLst>
            <pc:docMk/>
            <pc:sldMasterMk cId="3191466046" sldId="2147483828"/>
            <pc:sldLayoutMk cId="2195077385" sldId="214748383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6.697" v="18"/>
          <pc:sldLayoutMkLst>
            <pc:docMk/>
            <pc:sldMasterMk cId="3191466046" sldId="2147483828"/>
            <pc:sldLayoutMk cId="1810660757" sldId="214748383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6.697" v="18"/>
          <pc:sldLayoutMkLst>
            <pc:docMk/>
            <pc:sldMasterMk cId="3191466046" sldId="2147483828"/>
            <pc:sldLayoutMk cId="1784280235" sldId="214748383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6.697" v="18"/>
          <pc:sldLayoutMkLst>
            <pc:docMk/>
            <pc:sldMasterMk cId="3191466046" sldId="2147483828"/>
            <pc:sldLayoutMk cId="1052249841" sldId="214748383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6.697" v="18"/>
          <pc:sldLayoutMkLst>
            <pc:docMk/>
            <pc:sldMasterMk cId="3191466046" sldId="2147483828"/>
            <pc:sldLayoutMk cId="3082452477" sldId="214748383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6.697" v="18"/>
          <pc:sldLayoutMkLst>
            <pc:docMk/>
            <pc:sldMasterMk cId="3191466046" sldId="2147483828"/>
            <pc:sldLayoutMk cId="2030264711" sldId="214748383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6.697" v="18"/>
          <pc:sldLayoutMkLst>
            <pc:docMk/>
            <pc:sldMasterMk cId="3191466046" sldId="2147483828"/>
            <pc:sldLayoutMk cId="1917002538" sldId="214748383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6.697" v="18"/>
          <pc:sldLayoutMkLst>
            <pc:docMk/>
            <pc:sldMasterMk cId="3191466046" sldId="2147483828"/>
            <pc:sldLayoutMk cId="4026384504" sldId="2147483839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7:58.275" v="19"/>
        <pc:sldMasterMkLst>
          <pc:docMk/>
          <pc:sldMasterMk cId="3900830422" sldId="2147483840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7:58.275" v="19"/>
          <pc:sldLayoutMkLst>
            <pc:docMk/>
            <pc:sldMasterMk cId="3900830422" sldId="2147483840"/>
            <pc:sldLayoutMk cId="2025103369" sldId="214748384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8.275" v="19"/>
          <pc:sldLayoutMkLst>
            <pc:docMk/>
            <pc:sldMasterMk cId="3900830422" sldId="2147483840"/>
            <pc:sldLayoutMk cId="282353766" sldId="214748384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8.275" v="19"/>
          <pc:sldLayoutMkLst>
            <pc:docMk/>
            <pc:sldMasterMk cId="3900830422" sldId="2147483840"/>
            <pc:sldLayoutMk cId="1963484032" sldId="214748384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8.275" v="19"/>
          <pc:sldLayoutMkLst>
            <pc:docMk/>
            <pc:sldMasterMk cId="3900830422" sldId="2147483840"/>
            <pc:sldLayoutMk cId="3731831559" sldId="214748384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8.275" v="19"/>
          <pc:sldLayoutMkLst>
            <pc:docMk/>
            <pc:sldMasterMk cId="3900830422" sldId="2147483840"/>
            <pc:sldLayoutMk cId="1310223327" sldId="214748384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8.275" v="19"/>
          <pc:sldLayoutMkLst>
            <pc:docMk/>
            <pc:sldMasterMk cId="3900830422" sldId="2147483840"/>
            <pc:sldLayoutMk cId="2964752333" sldId="214748384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8.275" v="19"/>
          <pc:sldLayoutMkLst>
            <pc:docMk/>
            <pc:sldMasterMk cId="3900830422" sldId="2147483840"/>
            <pc:sldLayoutMk cId="1395796758" sldId="214748384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8.275" v="19"/>
          <pc:sldLayoutMkLst>
            <pc:docMk/>
            <pc:sldMasterMk cId="3900830422" sldId="2147483840"/>
            <pc:sldLayoutMk cId="3555248837" sldId="214748384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8.275" v="19"/>
          <pc:sldLayoutMkLst>
            <pc:docMk/>
            <pc:sldMasterMk cId="3900830422" sldId="2147483840"/>
            <pc:sldLayoutMk cId="676199603" sldId="214748384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8.275" v="19"/>
          <pc:sldLayoutMkLst>
            <pc:docMk/>
            <pc:sldMasterMk cId="3900830422" sldId="2147483840"/>
            <pc:sldLayoutMk cId="4210908669" sldId="214748385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7:58.275" v="19"/>
          <pc:sldLayoutMkLst>
            <pc:docMk/>
            <pc:sldMasterMk cId="3900830422" sldId="2147483840"/>
            <pc:sldLayoutMk cId="2767538911" sldId="2147483851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8:12.135" v="20"/>
        <pc:sldMasterMkLst>
          <pc:docMk/>
          <pc:sldMasterMk cId="1834608013" sldId="2147483852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8:12.135" v="20"/>
          <pc:sldLayoutMkLst>
            <pc:docMk/>
            <pc:sldMasterMk cId="1834608013" sldId="2147483852"/>
            <pc:sldLayoutMk cId="1834326686" sldId="214748385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12.135" v="20"/>
          <pc:sldLayoutMkLst>
            <pc:docMk/>
            <pc:sldMasterMk cId="1834608013" sldId="2147483852"/>
            <pc:sldLayoutMk cId="86261694" sldId="214748385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12.135" v="20"/>
          <pc:sldLayoutMkLst>
            <pc:docMk/>
            <pc:sldMasterMk cId="1834608013" sldId="2147483852"/>
            <pc:sldLayoutMk cId="341393520" sldId="214748385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12.135" v="20"/>
          <pc:sldLayoutMkLst>
            <pc:docMk/>
            <pc:sldMasterMk cId="1834608013" sldId="2147483852"/>
            <pc:sldLayoutMk cId="4158716639" sldId="214748385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12.135" v="20"/>
          <pc:sldLayoutMkLst>
            <pc:docMk/>
            <pc:sldMasterMk cId="1834608013" sldId="2147483852"/>
            <pc:sldLayoutMk cId="4215742730" sldId="214748385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12.135" v="20"/>
          <pc:sldLayoutMkLst>
            <pc:docMk/>
            <pc:sldMasterMk cId="1834608013" sldId="2147483852"/>
            <pc:sldLayoutMk cId="3924510127" sldId="214748385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12.135" v="20"/>
          <pc:sldLayoutMkLst>
            <pc:docMk/>
            <pc:sldMasterMk cId="1834608013" sldId="2147483852"/>
            <pc:sldLayoutMk cId="2265436590" sldId="214748385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12.135" v="20"/>
          <pc:sldLayoutMkLst>
            <pc:docMk/>
            <pc:sldMasterMk cId="1834608013" sldId="2147483852"/>
            <pc:sldLayoutMk cId="2839463073" sldId="214748386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12.135" v="20"/>
          <pc:sldLayoutMkLst>
            <pc:docMk/>
            <pc:sldMasterMk cId="1834608013" sldId="2147483852"/>
            <pc:sldLayoutMk cId="3191734730" sldId="214748386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12.135" v="20"/>
          <pc:sldLayoutMkLst>
            <pc:docMk/>
            <pc:sldMasterMk cId="1834608013" sldId="2147483852"/>
            <pc:sldLayoutMk cId="1738946166" sldId="214748386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12.135" v="20"/>
          <pc:sldLayoutMkLst>
            <pc:docMk/>
            <pc:sldMasterMk cId="1834608013" sldId="2147483852"/>
            <pc:sldLayoutMk cId="1552731985" sldId="2147483863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8:26.963" v="21"/>
        <pc:sldMasterMkLst>
          <pc:docMk/>
          <pc:sldMasterMk cId="735392184" sldId="2147483864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8:26.963" v="21"/>
          <pc:sldLayoutMkLst>
            <pc:docMk/>
            <pc:sldMasterMk cId="735392184" sldId="2147483864"/>
            <pc:sldLayoutMk cId="3254234871" sldId="214748386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26.963" v="21"/>
          <pc:sldLayoutMkLst>
            <pc:docMk/>
            <pc:sldMasterMk cId="735392184" sldId="2147483864"/>
            <pc:sldLayoutMk cId="2980454416" sldId="214748386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26.963" v="21"/>
          <pc:sldLayoutMkLst>
            <pc:docMk/>
            <pc:sldMasterMk cId="735392184" sldId="2147483864"/>
            <pc:sldLayoutMk cId="1706867571" sldId="214748386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26.963" v="21"/>
          <pc:sldLayoutMkLst>
            <pc:docMk/>
            <pc:sldMasterMk cId="735392184" sldId="2147483864"/>
            <pc:sldLayoutMk cId="3273276197" sldId="214748386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26.963" v="21"/>
          <pc:sldLayoutMkLst>
            <pc:docMk/>
            <pc:sldMasterMk cId="735392184" sldId="2147483864"/>
            <pc:sldLayoutMk cId="321081466" sldId="214748386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26.963" v="21"/>
          <pc:sldLayoutMkLst>
            <pc:docMk/>
            <pc:sldMasterMk cId="735392184" sldId="2147483864"/>
            <pc:sldLayoutMk cId="1856109585" sldId="214748387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26.963" v="21"/>
          <pc:sldLayoutMkLst>
            <pc:docMk/>
            <pc:sldMasterMk cId="735392184" sldId="2147483864"/>
            <pc:sldLayoutMk cId="1170873685" sldId="214748387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26.963" v="21"/>
          <pc:sldLayoutMkLst>
            <pc:docMk/>
            <pc:sldMasterMk cId="735392184" sldId="2147483864"/>
            <pc:sldLayoutMk cId="3037807890" sldId="214748387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26.963" v="21"/>
          <pc:sldLayoutMkLst>
            <pc:docMk/>
            <pc:sldMasterMk cId="735392184" sldId="2147483864"/>
            <pc:sldLayoutMk cId="994670172" sldId="214748387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26.963" v="21"/>
          <pc:sldLayoutMkLst>
            <pc:docMk/>
            <pc:sldMasterMk cId="735392184" sldId="2147483864"/>
            <pc:sldLayoutMk cId="3658747975" sldId="214748387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26.963" v="21"/>
          <pc:sldLayoutMkLst>
            <pc:docMk/>
            <pc:sldMasterMk cId="735392184" sldId="2147483864"/>
            <pc:sldLayoutMk cId="2124024213" sldId="2147483875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8:32.729" v="22"/>
        <pc:sldMasterMkLst>
          <pc:docMk/>
          <pc:sldMasterMk cId="838880678" sldId="2147483876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8:32.729" v="22"/>
          <pc:sldLayoutMkLst>
            <pc:docMk/>
            <pc:sldMasterMk cId="838880678" sldId="2147483876"/>
            <pc:sldLayoutMk cId="2328851170" sldId="214748387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2.729" v="22"/>
          <pc:sldLayoutMkLst>
            <pc:docMk/>
            <pc:sldMasterMk cId="838880678" sldId="2147483876"/>
            <pc:sldLayoutMk cId="2728117012" sldId="214748387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2.729" v="22"/>
          <pc:sldLayoutMkLst>
            <pc:docMk/>
            <pc:sldMasterMk cId="838880678" sldId="2147483876"/>
            <pc:sldLayoutMk cId="3012380619" sldId="214748387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2.729" v="22"/>
          <pc:sldLayoutMkLst>
            <pc:docMk/>
            <pc:sldMasterMk cId="838880678" sldId="2147483876"/>
            <pc:sldLayoutMk cId="530927718" sldId="214748388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2.729" v="22"/>
          <pc:sldLayoutMkLst>
            <pc:docMk/>
            <pc:sldMasterMk cId="838880678" sldId="2147483876"/>
            <pc:sldLayoutMk cId="2615032452" sldId="214748388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2.729" v="22"/>
          <pc:sldLayoutMkLst>
            <pc:docMk/>
            <pc:sldMasterMk cId="838880678" sldId="2147483876"/>
            <pc:sldLayoutMk cId="3538439780" sldId="214748388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2.729" v="22"/>
          <pc:sldLayoutMkLst>
            <pc:docMk/>
            <pc:sldMasterMk cId="838880678" sldId="2147483876"/>
            <pc:sldLayoutMk cId="383971359" sldId="214748388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2.729" v="22"/>
          <pc:sldLayoutMkLst>
            <pc:docMk/>
            <pc:sldMasterMk cId="838880678" sldId="2147483876"/>
            <pc:sldLayoutMk cId="1841420695" sldId="214748388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2.729" v="22"/>
          <pc:sldLayoutMkLst>
            <pc:docMk/>
            <pc:sldMasterMk cId="838880678" sldId="2147483876"/>
            <pc:sldLayoutMk cId="1896154624" sldId="214748388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2.729" v="22"/>
          <pc:sldLayoutMkLst>
            <pc:docMk/>
            <pc:sldMasterMk cId="838880678" sldId="2147483876"/>
            <pc:sldLayoutMk cId="1842208339" sldId="214748388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2.729" v="22"/>
          <pc:sldLayoutMkLst>
            <pc:docMk/>
            <pc:sldMasterMk cId="838880678" sldId="2147483876"/>
            <pc:sldLayoutMk cId="1294777171" sldId="2147483887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8:39.823" v="23"/>
        <pc:sldMasterMkLst>
          <pc:docMk/>
          <pc:sldMasterMk cId="1817038617" sldId="2147483888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8:39.823" v="23"/>
          <pc:sldLayoutMkLst>
            <pc:docMk/>
            <pc:sldMasterMk cId="1817038617" sldId="2147483888"/>
            <pc:sldLayoutMk cId="300005970" sldId="214748388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9.823" v="23"/>
          <pc:sldLayoutMkLst>
            <pc:docMk/>
            <pc:sldMasterMk cId="1817038617" sldId="2147483888"/>
            <pc:sldLayoutMk cId="3689782520" sldId="214748389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9.823" v="23"/>
          <pc:sldLayoutMkLst>
            <pc:docMk/>
            <pc:sldMasterMk cId="1817038617" sldId="2147483888"/>
            <pc:sldLayoutMk cId="427837735" sldId="214748389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9.823" v="23"/>
          <pc:sldLayoutMkLst>
            <pc:docMk/>
            <pc:sldMasterMk cId="1817038617" sldId="2147483888"/>
            <pc:sldLayoutMk cId="1346652062" sldId="214748389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9.823" v="23"/>
          <pc:sldLayoutMkLst>
            <pc:docMk/>
            <pc:sldMasterMk cId="1817038617" sldId="2147483888"/>
            <pc:sldLayoutMk cId="2965472561" sldId="214748389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9.823" v="23"/>
          <pc:sldLayoutMkLst>
            <pc:docMk/>
            <pc:sldMasterMk cId="1817038617" sldId="2147483888"/>
            <pc:sldLayoutMk cId="1785579366" sldId="214748389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9.823" v="23"/>
          <pc:sldLayoutMkLst>
            <pc:docMk/>
            <pc:sldMasterMk cId="1817038617" sldId="2147483888"/>
            <pc:sldLayoutMk cId="3283964229" sldId="214748389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9.823" v="23"/>
          <pc:sldLayoutMkLst>
            <pc:docMk/>
            <pc:sldMasterMk cId="1817038617" sldId="2147483888"/>
            <pc:sldLayoutMk cId="3381662710" sldId="214748389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9.823" v="23"/>
          <pc:sldLayoutMkLst>
            <pc:docMk/>
            <pc:sldMasterMk cId="1817038617" sldId="2147483888"/>
            <pc:sldLayoutMk cId="181181320" sldId="214748389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9.823" v="23"/>
          <pc:sldLayoutMkLst>
            <pc:docMk/>
            <pc:sldMasterMk cId="1817038617" sldId="2147483888"/>
            <pc:sldLayoutMk cId="2033086640" sldId="214748389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39.823" v="23"/>
          <pc:sldLayoutMkLst>
            <pc:docMk/>
            <pc:sldMasterMk cId="1817038617" sldId="2147483888"/>
            <pc:sldLayoutMk cId="2447016921" sldId="2147483899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8:50.464" v="24"/>
        <pc:sldMasterMkLst>
          <pc:docMk/>
          <pc:sldMasterMk cId="2265682302" sldId="2147483900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3119161600" sldId="214748390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2775997141" sldId="214748390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2324353975" sldId="214748390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2351616382" sldId="214748390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3524211984" sldId="214748390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2382274720" sldId="214748390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2251943412" sldId="214748390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3102912690" sldId="214748390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3159475209" sldId="214748390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2565254067" sldId="214748391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3242233536" sldId="214748391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324927223" sldId="214748391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745723922" sldId="214748391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396140486" sldId="214748391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3378317833" sldId="214748391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1365004096" sldId="214748391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8:50.464" v="24"/>
          <pc:sldLayoutMkLst>
            <pc:docMk/>
            <pc:sldMasterMk cId="2265682302" sldId="2147483900"/>
            <pc:sldLayoutMk cId="1693531791" sldId="2147483917"/>
          </pc:sldLayoutMkLst>
        </pc:sldLayoutChg>
      </pc:sldMasterChg>
      <pc:sldMasterChg chg="add del addSldLayout delSldLayout modSldLayout">
        <pc:chgData name="Sindura Puttha" userId="S::sindura.puttha@evisions.com::c50b9176-dfa2-4cff-b071-29d93932e8d0" providerId="AD" clId="Web-{679B0209-B556-37B0-5209-50B48FF8E249}" dt="2026-06-10T13:29:24.059" v="25"/>
        <pc:sldMasterMkLst>
          <pc:docMk/>
          <pc:sldMasterMk cId="1784832959" sldId="2147483918"/>
        </pc:sldMasterMkLst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1320056136" sldId="214748391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3392967540" sldId="214748392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2253302553" sldId="214748392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2290098365" sldId="214748392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169892244" sldId="214748392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3667226570" sldId="2147483924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2536514655" sldId="2147483925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1069259699" sldId="2147483926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2899054676" sldId="2147483927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1328990442" sldId="2147483928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817432100" sldId="2147483929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3092269091" sldId="2147483930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3615496673" sldId="2147483931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800161013" sldId="2147483932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3239442271" sldId="2147483933"/>
          </pc:sldLayoutMkLst>
        </pc:sldLayoutChg>
        <pc:sldLayoutChg chg="add del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1784832959" sldId="2147483918"/>
            <pc:sldLayoutMk cId="3729850882" sldId="2147483934"/>
          </pc:sldLayoutMkLst>
        </pc:sldLayoutChg>
      </pc:sldMasterChg>
      <pc:sldMasterChg chg="add addSldLayout modSldLayout">
        <pc:chgData name="Sindura Puttha" userId="S::sindura.puttha@evisions.com::c50b9176-dfa2-4cff-b071-29d93932e8d0" providerId="AD" clId="Web-{679B0209-B556-37B0-5209-50B48FF8E249}" dt="2026-06-10T13:29:24.059" v="25"/>
        <pc:sldMasterMkLst>
          <pc:docMk/>
          <pc:sldMasterMk cId="643819764" sldId="2147483935"/>
        </pc:sldMasterMkLst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1625735446" sldId="2147483936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2325012056" sldId="2147483937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4225322121" sldId="2147483938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4219183190" sldId="2147483939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2934716531" sldId="2147483940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502934672" sldId="2147483941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41326316" sldId="2147483942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3290880098" sldId="2147483943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767758482" sldId="2147483944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3588485295" sldId="2147483945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1293935048" sldId="2147483946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3885786050" sldId="2147483947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664385633" sldId="2147483948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3300968334" sldId="2147483949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2328551731" sldId="2147483950"/>
          </pc:sldLayoutMkLst>
        </pc:sldLayoutChg>
        <pc:sldLayoutChg chg="add mod replId">
          <pc:chgData name="Sindura Puttha" userId="S::sindura.puttha@evisions.com::c50b9176-dfa2-4cff-b071-29d93932e8d0" providerId="AD" clId="Web-{679B0209-B556-37B0-5209-50B48FF8E249}" dt="2026-06-10T13:29:24.059" v="25"/>
          <pc:sldLayoutMkLst>
            <pc:docMk/>
            <pc:sldMasterMk cId="643819764" sldId="2147483935"/>
            <pc:sldLayoutMk cId="3215019284" sldId="2147483951"/>
          </pc:sldLayoutMkLst>
        </pc:sldLayoutChg>
      </pc:sldMasterChg>
    </pc:docChg>
  </pc:docChgLst>
  <pc:docChgLst>
    <pc:chgData name="Sindura Puttha" userId="S::sindura.puttha@evisions.com::c50b9176-dfa2-4cff-b071-29d93932e8d0" providerId="AD" clId="Web-{BCC048A8-991B-B420-4612-8C52748417BC}"/>
    <pc:docChg chg="addSld delSld modSld sldOrd modSection">
      <pc:chgData name="Sindura Puttha" userId="S::sindura.puttha@evisions.com::c50b9176-dfa2-4cff-b071-29d93932e8d0" providerId="AD" clId="Web-{BCC048A8-991B-B420-4612-8C52748417BC}" dt="2026-06-10T14:53:04.302" v="366" actId="20577"/>
      <pc:docMkLst>
        <pc:docMk/>
      </pc:docMkLst>
      <pc:sldChg chg="modSp">
        <pc:chgData name="Sindura Puttha" userId="S::sindura.puttha@evisions.com::c50b9176-dfa2-4cff-b071-29d93932e8d0" providerId="AD" clId="Web-{BCC048A8-991B-B420-4612-8C52748417BC}" dt="2026-06-10T14:53:04.302" v="366" actId="20577"/>
        <pc:sldMkLst>
          <pc:docMk/>
          <pc:sldMk cId="109857222" sldId="256"/>
        </pc:sldMkLst>
        <pc:spChg chg="mod">
          <ac:chgData name="Sindura Puttha" userId="S::sindura.puttha@evisions.com::c50b9176-dfa2-4cff-b071-29d93932e8d0" providerId="AD" clId="Web-{BCC048A8-991B-B420-4612-8C52748417BC}" dt="2026-06-10T14:53:04.302" v="366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ord">
        <pc:chgData name="Sindura Puttha" userId="S::sindura.puttha@evisions.com::c50b9176-dfa2-4cff-b071-29d93932e8d0" providerId="AD" clId="Web-{BCC048A8-991B-B420-4612-8C52748417BC}" dt="2026-06-10T13:58:01.711" v="21"/>
        <pc:sldMkLst>
          <pc:docMk/>
          <pc:sldMk cId="2426501735" sldId="257"/>
        </pc:sldMkLst>
        <pc:spChg chg="mod">
          <ac:chgData name="Sindura Puttha" userId="S::sindura.puttha@evisions.com::c50b9176-dfa2-4cff-b071-29d93932e8d0" providerId="AD" clId="Web-{BCC048A8-991B-B420-4612-8C52748417BC}" dt="2026-06-10T13:57:46.289" v="20" actId="20577"/>
          <ac:spMkLst>
            <pc:docMk/>
            <pc:sldMk cId="2426501735" sldId="257"/>
            <ac:spMk id="3" creationId="{FF198F17-2661-50BD-EB70-A83AC5406DA3}"/>
          </ac:spMkLst>
        </pc:spChg>
      </pc:sldChg>
      <pc:sldChg chg="modNotes">
        <pc:chgData name="Sindura Puttha" userId="S::sindura.puttha@evisions.com::c50b9176-dfa2-4cff-b071-29d93932e8d0" providerId="AD" clId="Web-{BCC048A8-991B-B420-4612-8C52748417BC}" dt="2026-06-10T13:50:51.507" v="5"/>
        <pc:sldMkLst>
          <pc:docMk/>
          <pc:sldMk cId="444588853" sldId="258"/>
        </pc:sldMkLst>
      </pc:sldChg>
      <pc:sldChg chg="modSp">
        <pc:chgData name="Sindura Puttha" userId="S::sindura.puttha@evisions.com::c50b9176-dfa2-4cff-b071-29d93932e8d0" providerId="AD" clId="Web-{BCC048A8-991B-B420-4612-8C52748417BC}" dt="2026-06-10T14:00:50.150" v="27" actId="1076"/>
        <pc:sldMkLst>
          <pc:docMk/>
          <pc:sldMk cId="3325029841" sldId="259"/>
        </pc:sldMkLst>
        <pc:picChg chg="mod">
          <ac:chgData name="Sindura Puttha" userId="S::sindura.puttha@evisions.com::c50b9176-dfa2-4cff-b071-29d93932e8d0" providerId="AD" clId="Web-{BCC048A8-991B-B420-4612-8C52748417BC}" dt="2026-06-10T14:00:50.150" v="27" actId="1076"/>
          <ac:picMkLst>
            <pc:docMk/>
            <pc:sldMk cId="3325029841" sldId="259"/>
            <ac:picMk id="8" creationId="{8F7557B8-5E23-3DA3-1DDB-138CEE774A2D}"/>
          </ac:picMkLst>
        </pc:picChg>
      </pc:sldChg>
      <pc:sldChg chg="modSp new ord">
        <pc:chgData name="Sindura Puttha" userId="S::sindura.puttha@evisions.com::c50b9176-dfa2-4cff-b071-29d93932e8d0" providerId="AD" clId="Web-{BCC048A8-991B-B420-4612-8C52748417BC}" dt="2026-06-10T13:58:18.102" v="26" actId="20577"/>
        <pc:sldMkLst>
          <pc:docMk/>
          <pc:sldMk cId="1760744098" sldId="260"/>
        </pc:sldMkLst>
        <pc:spChg chg="mod">
          <ac:chgData name="Sindura Puttha" userId="S::sindura.puttha@evisions.com::c50b9176-dfa2-4cff-b071-29d93932e8d0" providerId="AD" clId="Web-{BCC048A8-991B-B420-4612-8C52748417BC}" dt="2026-06-10T13:52:14.523" v="15" actId="20577"/>
          <ac:spMkLst>
            <pc:docMk/>
            <pc:sldMk cId="1760744098" sldId="260"/>
            <ac:spMk id="2" creationId="{75C7B481-1101-1FD1-BC3B-2A5630F1BE84}"/>
          </ac:spMkLst>
        </pc:spChg>
        <pc:spChg chg="mod">
          <ac:chgData name="Sindura Puttha" userId="S::sindura.puttha@evisions.com::c50b9176-dfa2-4cff-b071-29d93932e8d0" providerId="AD" clId="Web-{BCC048A8-991B-B420-4612-8C52748417BC}" dt="2026-06-10T13:58:18.102" v="26" actId="20577"/>
          <ac:spMkLst>
            <pc:docMk/>
            <pc:sldMk cId="1760744098" sldId="260"/>
            <ac:spMk id="3" creationId="{EE9F2BB2-BA7D-FB95-BB70-25E6C3628B5E}"/>
          </ac:spMkLst>
        </pc:spChg>
      </pc:sldChg>
      <pc:sldChg chg="modSp new modNotes">
        <pc:chgData name="Sindura Puttha" userId="S::sindura.puttha@evisions.com::c50b9176-dfa2-4cff-b071-29d93932e8d0" providerId="AD" clId="Web-{BCC048A8-991B-B420-4612-8C52748417BC}" dt="2026-06-10T14:51:15.990" v="358"/>
        <pc:sldMkLst>
          <pc:docMk/>
          <pc:sldMk cId="2224784766" sldId="261"/>
        </pc:sldMkLst>
        <pc:spChg chg="mod">
          <ac:chgData name="Sindura Puttha" userId="S::sindura.puttha@evisions.com::c50b9176-dfa2-4cff-b071-29d93932e8d0" providerId="AD" clId="Web-{BCC048A8-991B-B420-4612-8C52748417BC}" dt="2026-06-10T14:01:13.337" v="31" actId="20577"/>
          <ac:spMkLst>
            <pc:docMk/>
            <pc:sldMk cId="2224784766" sldId="261"/>
            <ac:spMk id="2" creationId="{8E3F8B81-6AB0-C7BC-E1F7-CB0C8DC48CEB}"/>
          </ac:spMkLst>
        </pc:spChg>
        <pc:spChg chg="mod">
          <ac:chgData name="Sindura Puttha" userId="S::sindura.puttha@evisions.com::c50b9176-dfa2-4cff-b071-29d93932e8d0" providerId="AD" clId="Web-{BCC048A8-991B-B420-4612-8C52748417BC}" dt="2026-06-10T14:06:31.776" v="71" actId="20577"/>
          <ac:spMkLst>
            <pc:docMk/>
            <pc:sldMk cId="2224784766" sldId="261"/>
            <ac:spMk id="3" creationId="{38F7742D-FA33-8141-784B-98A36D9554F5}"/>
          </ac:spMkLst>
        </pc:spChg>
      </pc:sldChg>
      <pc:sldChg chg="modSp new modNotes">
        <pc:chgData name="Sindura Puttha" userId="S::sindura.puttha@evisions.com::c50b9176-dfa2-4cff-b071-29d93932e8d0" providerId="AD" clId="Web-{BCC048A8-991B-B420-4612-8C52748417BC}" dt="2026-06-10T14:10:36.058" v="114" actId="20577"/>
        <pc:sldMkLst>
          <pc:docMk/>
          <pc:sldMk cId="3069524574" sldId="262"/>
        </pc:sldMkLst>
        <pc:spChg chg="mod">
          <ac:chgData name="Sindura Puttha" userId="S::sindura.puttha@evisions.com::c50b9176-dfa2-4cff-b071-29d93932e8d0" providerId="AD" clId="Web-{BCC048A8-991B-B420-4612-8C52748417BC}" dt="2026-06-10T14:07:31.073" v="81" actId="20577"/>
          <ac:spMkLst>
            <pc:docMk/>
            <pc:sldMk cId="3069524574" sldId="262"/>
            <ac:spMk id="2" creationId="{2651D4ED-B5AB-CA23-07EB-C26065E1CF21}"/>
          </ac:spMkLst>
        </pc:spChg>
        <pc:spChg chg="mod">
          <ac:chgData name="Sindura Puttha" userId="S::sindura.puttha@evisions.com::c50b9176-dfa2-4cff-b071-29d93932e8d0" providerId="AD" clId="Web-{BCC048A8-991B-B420-4612-8C52748417BC}" dt="2026-06-10T14:10:36.058" v="114" actId="20577"/>
          <ac:spMkLst>
            <pc:docMk/>
            <pc:sldMk cId="3069524574" sldId="262"/>
            <ac:spMk id="3" creationId="{D4723D31-FA03-7681-6F56-EF0E1646F189}"/>
          </ac:spMkLst>
        </pc:spChg>
      </pc:sldChg>
      <pc:sldChg chg="modSp new del modNotes">
        <pc:chgData name="Sindura Puttha" userId="S::sindura.puttha@evisions.com::c50b9176-dfa2-4cff-b071-29d93932e8d0" providerId="AD" clId="Web-{BCC048A8-991B-B420-4612-8C52748417BC}" dt="2026-06-10T14:24:17.983" v="355"/>
        <pc:sldMkLst>
          <pc:docMk/>
          <pc:sldMk cId="2300443762" sldId="263"/>
        </pc:sldMkLst>
        <pc:spChg chg="mod">
          <ac:chgData name="Sindura Puttha" userId="S::sindura.puttha@evisions.com::c50b9176-dfa2-4cff-b071-29d93932e8d0" providerId="AD" clId="Web-{BCC048A8-991B-B420-4612-8C52748417BC}" dt="2026-06-10T14:11:29.558" v="130" actId="20577"/>
          <ac:spMkLst>
            <pc:docMk/>
            <pc:sldMk cId="2300443762" sldId="263"/>
            <ac:spMk id="2" creationId="{71475A39-015D-D8FB-10FF-881B8F018E76}"/>
          </ac:spMkLst>
        </pc:spChg>
        <pc:spChg chg="mod">
          <ac:chgData name="Sindura Puttha" userId="S::sindura.puttha@evisions.com::c50b9176-dfa2-4cff-b071-29d93932e8d0" providerId="AD" clId="Web-{BCC048A8-991B-B420-4612-8C52748417BC}" dt="2026-06-10T14:21:18.076" v="315" actId="14100"/>
          <ac:spMkLst>
            <pc:docMk/>
            <pc:sldMk cId="2300443762" sldId="263"/>
            <ac:spMk id="3" creationId="{E99A8C5C-454E-959A-1FD6-11D50546A314}"/>
          </ac:spMkLst>
        </pc:spChg>
      </pc:sldChg>
      <pc:sldChg chg="modSp new modNotes">
        <pc:chgData name="Sindura Puttha" userId="S::sindura.puttha@evisions.com::c50b9176-dfa2-4cff-b071-29d93932e8d0" providerId="AD" clId="Web-{BCC048A8-991B-B420-4612-8C52748417BC}" dt="2026-06-10T14:24:25.327" v="357" actId="14100"/>
        <pc:sldMkLst>
          <pc:docMk/>
          <pc:sldMk cId="1477996804" sldId="264"/>
        </pc:sldMkLst>
        <pc:spChg chg="mod">
          <ac:chgData name="Sindura Puttha" userId="S::sindura.puttha@evisions.com::c50b9176-dfa2-4cff-b071-29d93932e8d0" providerId="AD" clId="Web-{BCC048A8-991B-B420-4612-8C52748417BC}" dt="2026-06-10T14:24:22.014" v="356" actId="20577"/>
          <ac:spMkLst>
            <pc:docMk/>
            <pc:sldMk cId="1477996804" sldId="264"/>
            <ac:spMk id="2" creationId="{EAF8F90B-FF0D-EFFB-E157-6FE8AC705233}"/>
          </ac:spMkLst>
        </pc:spChg>
        <pc:spChg chg="mod">
          <ac:chgData name="Sindura Puttha" userId="S::sindura.puttha@evisions.com::c50b9176-dfa2-4cff-b071-29d93932e8d0" providerId="AD" clId="Web-{BCC048A8-991B-B420-4612-8C52748417BC}" dt="2026-06-10T14:24:25.327" v="357" actId="14100"/>
          <ac:spMkLst>
            <pc:docMk/>
            <pc:sldMk cId="1477996804" sldId="264"/>
            <ac:spMk id="3" creationId="{2CB48928-5A3A-9BAF-E555-61413F4385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D9CC8-690C-4216-A6AA-911A7E978E14}" type="datetimeFigureOut"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B6F20-A678-489F-A43B-38DBDECB66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0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WAI/standards-guidelines/wca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AWS_(screen_reader)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nvaccess.org/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non-functional software testing technique that verifies whether an application is properly adapted for a specific target region, country, culture, or locale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B6F20-A678-489F-A43B-38DBDECB665E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08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343941"/>
                </a:solidFill>
              </a:rPr>
              <a:t>This includes your terminology, tone, placeholder substitution, and font rendering.</a:t>
            </a:r>
          </a:p>
          <a:p>
            <a:r>
              <a:rPr lang="en-US">
                <a:solidFill>
                  <a:srgbClr val="343941"/>
                </a:solidFill>
              </a:rPr>
              <a:t>Checks that images used, emojis, color choices, and layout direction align with local expectations and sensitivities.</a:t>
            </a:r>
            <a:endParaRPr lang="en-US"/>
          </a:p>
          <a:p>
            <a:r>
              <a:rPr lang="en-US">
                <a:solidFill>
                  <a:srgbClr val="343941"/>
                </a:solidFill>
              </a:rPr>
              <a:t>Ensures that your formats for data and time, currencies, number systems, measurement units, phone formats, and time zones align with local expectations.</a:t>
            </a:r>
            <a:endParaRPr lang="en-US"/>
          </a:p>
          <a:p>
            <a:r>
              <a:rPr lang="en-US">
                <a:solidFill>
                  <a:srgbClr val="343941"/>
                </a:solidFill>
              </a:rPr>
              <a:t>Before rolling out, the product must meet local data privacy, tax, content, and product restrictions.</a:t>
            </a:r>
            <a:endParaRPr lang="en-US"/>
          </a:p>
          <a:p>
            <a:br>
              <a:rPr lang="en-US" dirty="0"/>
            </a:br>
            <a:endParaRPr lang="en-US" dirty="0"/>
          </a:p>
          <a:p>
            <a:endParaRPr lang="en-US" dirty="0">
              <a:solidFill>
                <a:srgbClr val="343941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B6F20-A678-489F-A43B-38DBDECB665E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51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273239"/>
                </a:solidFill>
              </a:rPr>
              <a:t> Ensures people with visual, hearing, motor, or cognitive disabilities can access and use digital services equally.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273239"/>
                </a:solidFill>
              </a:rPr>
              <a:t>Clear navigation, structured content, and readable text improve usability for all users—not just those with disabilities.</a:t>
            </a:r>
            <a:endParaRPr lang="en-US">
              <a:solidFill>
                <a:srgbClr val="273239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273239"/>
                </a:solidFill>
              </a:rPr>
              <a:t>Around 15% of the global population lives with some form of disability. Accessibility expands your user base and market reach.</a:t>
            </a:r>
            <a:endParaRPr lang="en-US">
              <a:solidFill>
                <a:srgbClr val="273239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273239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343941"/>
                </a:solidFill>
              </a:rPr>
              <a:t>Evaluation against the </a:t>
            </a:r>
            <a:r>
              <a:rPr lang="en-US" dirty="0">
                <a:solidFill>
                  <a:srgbClr val="343941"/>
                </a:solidFill>
                <a:hlinkClick r:id="rId3"/>
              </a:rPr>
              <a:t>W3C Web Content Accessibility Guidelines</a:t>
            </a:r>
            <a:r>
              <a:rPr lang="en-US">
                <a:solidFill>
                  <a:srgbClr val="343941"/>
                </a:solidFill>
              </a:rPr>
              <a:t> spanning levels A, AA, and AAA.</a:t>
            </a:r>
            <a:endParaRPr lang="en-US">
              <a:solidFill>
                <a:srgbClr val="34394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rgbClr val="343941"/>
                </a:solidFill>
              </a:rPr>
              <a:t>P</a:t>
            </a:r>
            <a:r>
              <a:rPr lang="en-US">
                <a:solidFill>
                  <a:srgbClr val="343941"/>
                </a:solidFill>
              </a:rPr>
              <a:t>erceivable, </a:t>
            </a:r>
            <a:r>
              <a:rPr lang="en-US" b="1">
                <a:solidFill>
                  <a:srgbClr val="343941"/>
                </a:solidFill>
              </a:rPr>
              <a:t>O</a:t>
            </a:r>
            <a:r>
              <a:rPr lang="en-US">
                <a:solidFill>
                  <a:srgbClr val="343941"/>
                </a:solidFill>
              </a:rPr>
              <a:t>perable, </a:t>
            </a:r>
            <a:r>
              <a:rPr lang="en-US" b="1">
                <a:solidFill>
                  <a:srgbClr val="343941"/>
                </a:solidFill>
              </a:rPr>
              <a:t>U</a:t>
            </a:r>
            <a:r>
              <a:rPr lang="en-US">
                <a:solidFill>
                  <a:srgbClr val="343941"/>
                </a:solidFill>
              </a:rPr>
              <a:t>nderstandable, and </a:t>
            </a:r>
            <a:r>
              <a:rPr lang="en-US" b="1">
                <a:solidFill>
                  <a:srgbClr val="343941"/>
                </a:solidFill>
              </a:rPr>
              <a:t>R</a:t>
            </a:r>
            <a:r>
              <a:rPr lang="en-US">
                <a:solidFill>
                  <a:srgbClr val="343941"/>
                </a:solidFill>
              </a:rPr>
              <a:t>obust.</a:t>
            </a:r>
            <a:endParaRPr lang="en-US"/>
          </a:p>
          <a:p>
            <a:endParaRPr lang="en-US" dirty="0">
              <a:solidFill>
                <a:srgbClr val="273239"/>
              </a:solidFill>
              <a:highlight>
                <a:srgbClr val="FFFFFF"/>
              </a:highlight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B6F20-A678-489F-A43B-38DBDECB665E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14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Reviewing color contrast ratio, text scalability, and mandatory image alt text.</a:t>
            </a:r>
          </a:p>
          <a:p>
            <a:r>
              <a:rPr lang="en-US"/>
              <a:t>Validating complete tab-order flow without trapped mouse cursor prerequisites.</a:t>
            </a:r>
          </a:p>
          <a:p>
            <a:r>
              <a:rPr lang="en-US"/>
              <a:t>Confirming video transcripts and time-synchronized close captioning files.</a:t>
            </a:r>
          </a:p>
          <a:p>
            <a:r>
              <a:rPr lang="en-US"/>
              <a:t>Auditing Aria-labels for tool compatibility like </a:t>
            </a:r>
            <a:r>
              <a:rPr lang="en-US" u="sng" dirty="0">
                <a:hlinkClick r:id="rId3"/>
              </a:rPr>
              <a:t>JAWS Screen Reader</a:t>
            </a:r>
            <a:r>
              <a:rPr lang="en-US"/>
              <a:t> or </a:t>
            </a:r>
            <a:r>
              <a:rPr lang="en-US" u="sng" dirty="0">
                <a:hlinkClick r:id="rId4"/>
              </a:rPr>
              <a:t>NVDA Screen Reader</a:t>
            </a:r>
            <a:r>
              <a:rPr lang="en-US"/>
              <a:t>. 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B6F20-A678-489F-A43B-38DBDECB665E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91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highly accurate automated scans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Built directly into Chrome </a:t>
            </a:r>
            <a:r>
              <a:rPr lang="en-US" dirty="0" err="1"/>
              <a:t>DevTools</a:t>
            </a:r>
            <a:r>
              <a:rPr lang="en-US" dirty="0"/>
              <a:t>.... </a:t>
            </a:r>
            <a:r>
              <a:rPr lang="en-US" dirty="0">
                <a:solidFill>
                  <a:srgbClr val="404040"/>
                </a:solidFill>
              </a:rPr>
              <a:t>Accessibility Insights for Web. </a:t>
            </a:r>
            <a:r>
              <a:rPr lang="en-US" dirty="0"/>
              <a:t>Created by Microsoft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NVDA -free, open-source screen reader for Windows.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Voiceover macOS and iOS devices.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Jaws A highly popular commercial screen reader.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B6F20-A678-489F-A43B-38DBDECB665E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79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73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012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32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18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716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3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88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75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48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3935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786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4385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968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551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01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1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068" y="2404534"/>
            <a:ext cx="8528935" cy="1646302"/>
          </a:xfrm>
        </p:spPr>
        <p:txBody>
          <a:bodyPr/>
          <a:lstStyle/>
          <a:p>
            <a:r>
              <a:rPr lang="en-US"/>
              <a:t>Localization  Accessibilit</a:t>
            </a:r>
            <a:r>
              <a:rPr lang="en-US" dirty="0"/>
              <a:t>y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3258" y="4679723"/>
            <a:ext cx="2830287" cy="5454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Sindura and Jonny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B601-A60C-E6C3-785E-C4F50DBA5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   localization testing (L10N)</a:t>
            </a:r>
            <a:endParaRPr lang="en-US"/>
          </a:p>
        </p:txBody>
      </p:sp>
      <p:pic>
        <p:nvPicPr>
          <p:cNvPr id="11" name="Content Placeholder 10" descr="A map of the world&#10;&#10;AI-generated content may be incorrect.">
            <a:extLst>
              <a:ext uri="{FF2B5EF4-FFF2-40B4-BE49-F238E27FC236}">
                <a16:creationId xmlns:a16="http://schemas.microsoft.com/office/drawing/2014/main" id="{9CFF1999-7D1A-2BA0-0E03-B335588EB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8944" y="1473540"/>
            <a:ext cx="8685479" cy="488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8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B959-3EDF-7E6D-F14C-D14F6995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   </a:t>
            </a:r>
            <a:r>
              <a:rPr lang="en-US" b="1">
                <a:solidFill>
                  <a:srgbClr val="0070C0"/>
                </a:solidFill>
                <a:ea typeface="+mj-lt"/>
                <a:cs typeface="+mj-lt"/>
              </a:rPr>
              <a:t>localization testing (L10N)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98F17-2661-50BD-EB70-A83AC5406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0983"/>
            <a:ext cx="8596668" cy="44803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§"/>
            </a:pPr>
            <a:endParaRPr lang="en-US" sz="1400" dirty="0">
              <a:solidFill>
                <a:srgbClr val="1B365D"/>
              </a:solidFill>
              <a:highlight>
                <a:srgbClr val="EFF3F9"/>
              </a:highlight>
              <a:latin typeface="Open Sans"/>
              <a:ea typeface="Open Sans"/>
              <a:cs typeface="Open Sans"/>
            </a:endParaRPr>
          </a:p>
          <a:p>
            <a:pPr>
              <a:buFont typeface="Wingdings" charset="2"/>
              <a:buChar char="§"/>
            </a:pPr>
            <a:r>
              <a:rPr lang="en-US" sz="1600">
                <a:solidFill>
                  <a:srgbClr val="1B365D"/>
                </a:solidFill>
                <a:latin typeface="Open Sans"/>
                <a:ea typeface="Open Sans"/>
                <a:cs typeface="Open Sans"/>
              </a:rPr>
              <a:t>Process of making a product ready for the global market</a:t>
            </a:r>
          </a:p>
          <a:p>
            <a:pPr>
              <a:buFont typeface="Wingdings" charset="2"/>
              <a:buChar char="§"/>
            </a:pPr>
            <a:r>
              <a:rPr lang="en-US" sz="1600">
                <a:solidFill>
                  <a:srgbClr val="1B365D"/>
                </a:solidFill>
                <a:latin typeface="Open Sans"/>
                <a:ea typeface="Open Sans"/>
                <a:cs typeface="Open Sans"/>
              </a:rPr>
              <a:t>Launching a product in multiple countries with region-specific marketing, compliance, and support strategies</a:t>
            </a:r>
          </a:p>
          <a:p>
            <a:pPr>
              <a:buFont typeface="Wingdings" charset="2"/>
              <a:buChar char="§"/>
            </a:pPr>
            <a:r>
              <a:rPr lang="en-US" sz="1600">
                <a:solidFill>
                  <a:srgbClr val="343941"/>
                </a:solidFill>
                <a:latin typeface="Open Sans"/>
                <a:ea typeface="Open Sans"/>
                <a:cs typeface="Open Sans"/>
              </a:rPr>
              <a:t>Localization testing typically focuses on four core areas:</a:t>
            </a:r>
            <a:endParaRPr lang="en-US" sz="1600">
              <a:solidFill>
                <a:srgbClr val="1B365D"/>
              </a:solidFill>
              <a:latin typeface="Open Sans"/>
              <a:ea typeface="Open Sans"/>
              <a:cs typeface="Open Sans"/>
            </a:endParaRPr>
          </a:p>
          <a:p>
            <a:pPr lvl="2"/>
            <a:r>
              <a:rPr lang="en-US" sz="1600" b="1">
                <a:solidFill>
                  <a:srgbClr val="1B365D"/>
                </a:solidFill>
                <a:latin typeface="Open Sans"/>
                <a:ea typeface="Open Sans"/>
                <a:cs typeface="Open Sans"/>
              </a:rPr>
              <a:t>Language</a:t>
            </a:r>
            <a:endParaRPr lang="en-US" sz="1600">
              <a:solidFill>
                <a:srgbClr val="343941"/>
              </a:solidFill>
              <a:latin typeface="Open Sans"/>
              <a:ea typeface="Open Sans"/>
              <a:cs typeface="Open Sans"/>
            </a:endParaRPr>
          </a:p>
          <a:p>
            <a:pPr marL="1143000" indent="-228600"/>
            <a:r>
              <a:rPr lang="en-US" sz="1600" b="1">
                <a:solidFill>
                  <a:srgbClr val="1B365D"/>
                </a:solidFill>
                <a:latin typeface="Open Sans"/>
                <a:ea typeface="Open Sans"/>
                <a:cs typeface="Open Sans"/>
              </a:rPr>
              <a:t>Culture</a:t>
            </a:r>
          </a:p>
          <a:p>
            <a:pPr lvl="2"/>
            <a:r>
              <a:rPr lang="en-US" sz="1600" b="1">
                <a:solidFill>
                  <a:srgbClr val="1B365D"/>
                </a:solidFill>
                <a:latin typeface="Open Sans"/>
                <a:ea typeface="Open Sans"/>
                <a:cs typeface="Open Sans"/>
              </a:rPr>
              <a:t>Regional standards</a:t>
            </a:r>
            <a:endParaRPr lang="en-US" sz="1600"/>
          </a:p>
          <a:p>
            <a:pPr lvl="2"/>
            <a:r>
              <a:rPr lang="en-US" sz="1600" b="1">
                <a:solidFill>
                  <a:srgbClr val="1B365D"/>
                </a:solidFill>
                <a:latin typeface="Open Sans"/>
                <a:ea typeface="Open Sans"/>
                <a:cs typeface="Open Sans"/>
              </a:rPr>
              <a:t>Legal and regulatory compliance</a:t>
            </a:r>
            <a:endParaRPr lang="en-US" sz="1600"/>
          </a:p>
          <a:p>
            <a:pPr marL="914400" lvl="2" indent="0">
              <a:buNone/>
            </a:pPr>
            <a:br>
              <a:rPr lang="en-US" dirty="0"/>
            </a:br>
            <a:endParaRPr lang="en-US"/>
          </a:p>
          <a:p>
            <a:pPr lvl="2">
              <a:buFont typeface="Wingdings" charset="2"/>
              <a:buChar char="§"/>
            </a:pPr>
            <a:endParaRPr lang="en-US" sz="1000" dirty="0">
              <a:solidFill>
                <a:srgbClr val="343941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26501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B481-1101-1FD1-BC3B-2A5630F1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   Localization Test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F2BB2-BA7D-FB95-BB70-25E6C3628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solidFill>
                  <a:schemeClr val="accent2"/>
                </a:solidFill>
                <a:latin typeface="Open Sans"/>
                <a:ea typeface="Open Sans"/>
                <a:cs typeface="Open Sans"/>
              </a:rPr>
              <a:t>Verify that text does not overflow or clip outside of button boundaries when translated into longer-character languages (e.g., German).</a:t>
            </a:r>
          </a:p>
          <a:p>
            <a:r>
              <a:rPr lang="en-US" sz="1600">
                <a:solidFill>
                  <a:schemeClr val="accent2"/>
                </a:solidFill>
                <a:latin typeface="Open Sans"/>
                <a:ea typeface="Open Sans"/>
                <a:cs typeface="Open Sans"/>
              </a:rPr>
              <a:t>Confirm that reading-direction shifts correctly for Right-to-Left (RTL) languages like Arabic or Hebrew.</a:t>
            </a:r>
          </a:p>
          <a:p>
            <a:r>
              <a:rPr lang="en-US" sz="1600">
                <a:solidFill>
                  <a:schemeClr val="accent2"/>
                </a:solidFill>
                <a:latin typeface="Open Sans"/>
                <a:ea typeface="Open Sans"/>
                <a:cs typeface="Open Sans"/>
              </a:rPr>
              <a:t>Check that payment flows display regional currency formatting correctly (e.g., $1,000.50 in the US vs. 1.000,50 € in Germany).</a:t>
            </a:r>
          </a:p>
          <a:p>
            <a:r>
              <a:rPr lang="en-US" sz="1600">
                <a:solidFill>
                  <a:schemeClr val="accent2"/>
                </a:solidFill>
                <a:latin typeface="Open Sans"/>
                <a:ea typeface="Open Sans"/>
                <a:cs typeface="Open Sans"/>
              </a:rPr>
              <a:t>Ensure calendar components match regional defaults, such as Sunday vs. Monday as the first day of the week.</a:t>
            </a:r>
          </a:p>
          <a:p>
            <a:r>
              <a:rPr lang="en-US" sz="1600">
                <a:solidFill>
                  <a:schemeClr val="accent2"/>
                </a:solidFill>
                <a:latin typeface="Open Sans"/>
                <a:ea typeface="Open Sans"/>
                <a:cs typeface="Open Sans"/>
              </a:rPr>
              <a:t>Validate that error alerts and toast notifications are completely translated rather than falling back to default source code strings.</a:t>
            </a:r>
            <a:r>
              <a:rPr lang="en-US" sz="2000" dirty="0">
                <a:solidFill>
                  <a:schemeClr val="accent2"/>
                </a:solidFill>
                <a:ea typeface="+mn-lt"/>
                <a:cs typeface="+mn-lt"/>
              </a:rPr>
              <a:t> </a:t>
            </a:r>
            <a:endParaRPr lang="en-US" sz="2000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74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6297C-9C8B-8B0D-AE96-4E19B78D0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   accessibility (A11y) testing</a:t>
            </a:r>
            <a:endParaRPr lang="en-US"/>
          </a:p>
        </p:txBody>
      </p:sp>
      <p:pic>
        <p:nvPicPr>
          <p:cNvPr id="8" name="Content Placeholder 7" descr="A screenshot of a software testing&#10;&#10;AI-generated content may be incorrect.">
            <a:extLst>
              <a:ext uri="{FF2B5EF4-FFF2-40B4-BE49-F238E27FC236}">
                <a16:creationId xmlns:a16="http://schemas.microsoft.com/office/drawing/2014/main" id="{8F7557B8-5E23-3DA3-1DDB-138CEE774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8121" y="1429819"/>
            <a:ext cx="5724536" cy="482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29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F8B81-6AB0-C7BC-E1F7-CB0C8DC4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   accessibility (A11y)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742D-FA33-8141-784B-98A36D955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US" sz="1600">
                <a:solidFill>
                  <a:srgbClr val="27323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Ensure universal access for users with disabilities.</a:t>
            </a:r>
          </a:p>
          <a:p>
            <a:pPr>
              <a:buFont typeface="Arial" charset="2"/>
              <a:buChar char="•"/>
            </a:pPr>
            <a:r>
              <a:rPr lang="en-US" sz="1600">
                <a:solidFill>
                  <a:srgbClr val="273239"/>
                </a:solidFill>
                <a:highlight>
                  <a:srgbClr val="FFFFFF"/>
                </a:highlight>
                <a:ea typeface="+mn-lt"/>
                <a:cs typeface="+mn-lt"/>
              </a:rPr>
              <a:t>Users</a:t>
            </a:r>
            <a:r>
              <a:rPr lang="en-US" sz="1600" dirty="0">
                <a:solidFill>
                  <a:srgbClr val="273239"/>
                </a:solidFill>
                <a:highlight>
                  <a:srgbClr val="FFFFFF"/>
                </a:highlight>
                <a:ea typeface="+mn-lt"/>
                <a:cs typeface="+mn-lt"/>
              </a:rPr>
              <a:t> with visual, motor, auditory, or cognitive impairments.</a:t>
            </a:r>
          </a:p>
          <a:p>
            <a:pPr>
              <a:buFont typeface="Arial" charset="2"/>
              <a:buChar char="•"/>
            </a:pPr>
            <a:r>
              <a:rPr lang="en-US" sz="1600">
                <a:solidFill>
                  <a:srgbClr val="34394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Accessibility testing typically focuses on four core areas:</a:t>
            </a:r>
            <a:endParaRPr lang="en-US" sz="1600" dirty="0">
              <a:solidFill>
                <a:srgbClr val="273239"/>
              </a:solidFill>
              <a:highlight>
                <a:srgbClr val="FFFFFF"/>
              </a:highlight>
              <a:latin typeface="Trebuchet MS"/>
              <a:ea typeface="Open Sans"/>
              <a:cs typeface="Open Sans"/>
            </a:endParaRPr>
          </a:p>
          <a:p>
            <a:pPr lvl="2">
              <a:buFont typeface="Wingdings" charset="2"/>
              <a:buChar char="§"/>
            </a:pPr>
            <a:r>
              <a:rPr lang="en-US" sz="1600" b="1">
                <a:solidFill>
                  <a:srgbClr val="34394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WCAG Compliance</a:t>
            </a:r>
          </a:p>
          <a:p>
            <a:pPr lvl="2">
              <a:buFont typeface="Wingdings" charset="2"/>
              <a:buChar char="§"/>
            </a:pPr>
            <a:r>
              <a:rPr lang="en-US" sz="1600" b="1">
                <a:solidFill>
                  <a:srgbClr val="343941"/>
                </a:solidFill>
                <a:highlight>
                  <a:srgbClr val="FFFFFF"/>
                </a:highlight>
                <a:ea typeface="+mn-lt"/>
                <a:cs typeface="+mn-lt"/>
              </a:rPr>
              <a:t>POUR Principles</a:t>
            </a:r>
            <a:endParaRPr lang="en-US" sz="1600" b="1" dirty="0">
              <a:solidFill>
                <a:srgbClr val="343941"/>
              </a:solidFill>
              <a:highlight>
                <a:srgbClr val="FFFFFF"/>
              </a:highlight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224784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1D4ED-B5AB-CA23-07EB-C26065E1C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   Accessibility Test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23D31-FA03-7681-6F56-EF0E1646F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>
                <a:latin typeface="Open Sans"/>
                <a:ea typeface="Open Sans"/>
                <a:cs typeface="Open Sans"/>
              </a:rPr>
              <a:t>Visual Elements (</a:t>
            </a:r>
            <a:r>
              <a:rPr lang="en-US" sz="1600" b="1">
                <a:solidFill>
                  <a:srgbClr val="27323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Color Contrast Testing)</a:t>
            </a:r>
            <a:endParaRPr lang="en-US" sz="1600">
              <a:latin typeface="Open Sans"/>
              <a:ea typeface="Open Sans"/>
              <a:cs typeface="Open Sans"/>
            </a:endParaRPr>
          </a:p>
          <a:p>
            <a:r>
              <a:rPr lang="en-US" sz="1600" b="1">
                <a:latin typeface="Open Sans"/>
                <a:ea typeface="Open Sans"/>
                <a:cs typeface="Open Sans"/>
              </a:rPr>
              <a:t>Navigation Flow</a:t>
            </a:r>
          </a:p>
          <a:p>
            <a:r>
              <a:rPr lang="en-US" sz="1600" b="1">
                <a:latin typeface="Open Sans"/>
                <a:ea typeface="Open Sans"/>
                <a:cs typeface="Open Sans"/>
              </a:rPr>
              <a:t>Auditory Aids</a:t>
            </a:r>
          </a:p>
          <a:p>
            <a:r>
              <a:rPr lang="en-US" sz="1600" b="1">
                <a:latin typeface="Open Sans"/>
                <a:ea typeface="Open Sans"/>
                <a:cs typeface="Open Sans"/>
              </a:rPr>
              <a:t>Screen Reader Integrity</a:t>
            </a:r>
          </a:p>
          <a:p>
            <a:r>
              <a:rPr lang="en-US" sz="1600" b="1" dirty="0">
                <a:solidFill>
                  <a:srgbClr val="27323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 </a:t>
            </a:r>
            <a:r>
              <a:rPr lang="en-US" sz="1600" b="1">
                <a:solidFill>
                  <a:srgbClr val="27323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Keyboard Accessibility</a:t>
            </a:r>
            <a:endParaRPr lang="en-US" sz="1600">
              <a:latin typeface="Open Sans"/>
              <a:ea typeface="Open Sans"/>
              <a:cs typeface="Open Sans"/>
            </a:endParaRPr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9524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F90B-FF0D-EFFB-E157-6FE8AC705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   Accessibility Testing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48928-5A3A-9BAF-E555-61413F438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8614"/>
            <a:ext cx="8596668" cy="44427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§"/>
            </a:pPr>
            <a:endParaRPr lang="en-US"/>
          </a:p>
          <a:p>
            <a:pPr>
              <a:buFont typeface="Wingdings" charset="2"/>
              <a:buChar char="§"/>
            </a:pPr>
            <a:r>
              <a:rPr lang="en-US" sz="600" dirty="0">
                <a:latin typeface="Open Sans"/>
                <a:ea typeface="Open Sans"/>
                <a:cs typeface="Open Sans"/>
              </a:rPr>
              <a:t> </a:t>
            </a:r>
            <a:r>
              <a:rPr lang="en-US" sz="1600" dirty="0">
                <a:latin typeface="Open Sans"/>
                <a:ea typeface="Open Sans"/>
                <a:cs typeface="Open Sans"/>
              </a:rPr>
              <a:t> </a:t>
            </a:r>
            <a:r>
              <a:rPr lang="en-US" sz="1400" b="1" dirty="0">
                <a:latin typeface="Open Sans"/>
                <a:ea typeface="Open Sans"/>
                <a:cs typeface="Open Sans"/>
              </a:rPr>
              <a:t>Automated Browser </a:t>
            </a:r>
            <a:r>
              <a:rPr lang="en-US" sz="1400" b="1">
                <a:latin typeface="Open Sans"/>
                <a:ea typeface="Open Sans"/>
                <a:cs typeface="Open Sans"/>
              </a:rPr>
              <a:t>Extensions</a:t>
            </a:r>
            <a:endParaRPr lang="en-US" sz="1400" b="1">
              <a:solidFill>
                <a:srgbClr val="404040"/>
              </a:solidFill>
              <a:latin typeface="Open Sans"/>
              <a:ea typeface="Open Sans"/>
              <a:cs typeface="Open Sans"/>
            </a:endParaRPr>
          </a:p>
          <a:p>
            <a:pPr lvl="3" indent="-342900">
              <a:buFont typeface="Wingdings" charset="2"/>
              <a:buChar char="§"/>
            </a:pPr>
            <a:r>
              <a:rPr lang="en-US" sz="1400">
                <a:latin typeface="Open Sans"/>
                <a:ea typeface="Open Sans"/>
                <a:cs typeface="Open Sans"/>
              </a:rPr>
              <a:t>WAVE</a:t>
            </a:r>
            <a:endParaRPr lang="en-US" sz="1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1428750" lvl="2" indent="-285750">
              <a:buFont typeface="Wingdings" charset="2"/>
              <a:buChar char="§"/>
            </a:pPr>
            <a:r>
              <a:rPr lang="en-US" dirty="0">
                <a:latin typeface="Open Sans"/>
                <a:ea typeface="Open Sans"/>
                <a:cs typeface="Open Sans"/>
              </a:rPr>
              <a:t>axe </a:t>
            </a:r>
            <a:r>
              <a:rPr lang="en-US" dirty="0" err="1">
                <a:latin typeface="Open Sans"/>
                <a:ea typeface="Open Sans"/>
                <a:cs typeface="Open Sans"/>
              </a:rPr>
              <a:t>DevTools</a:t>
            </a:r>
            <a:endParaRPr lang="en-US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914400" lvl="2" indent="0">
              <a:buNone/>
            </a:pPr>
            <a:r>
              <a:rPr lang="en-US" sz="1600" b="1">
                <a:latin typeface="Open Sans"/>
                <a:ea typeface="Open Sans"/>
                <a:cs typeface="Open Sans"/>
              </a:rPr>
              <a:t>Built-In &amp; Guided Auditing</a:t>
            </a: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lvl="2">
              <a:buFont typeface="Wingdings" charset="2"/>
              <a:buChar char="§"/>
            </a:pPr>
            <a:r>
              <a:rPr lang="en-US" sz="1600" b="1">
                <a:latin typeface="Open Sans"/>
                <a:ea typeface="Open Sans"/>
                <a:cs typeface="Open Sans"/>
              </a:rPr>
              <a:t> </a:t>
            </a:r>
            <a:r>
              <a:rPr lang="en-US" sz="1600">
                <a:latin typeface="Open Sans"/>
                <a:ea typeface="Open Sans"/>
                <a:cs typeface="Open Sans"/>
              </a:rPr>
              <a:t>Lighthouse (Google Chrome)</a:t>
            </a: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lvl="2">
              <a:buFont typeface="Wingdings" charset="2"/>
              <a:buChar char="§"/>
            </a:pPr>
            <a:r>
              <a:rPr lang="en-US" sz="1600">
                <a:latin typeface="Open Sans"/>
                <a:ea typeface="Open Sans"/>
                <a:cs typeface="Open Sans"/>
              </a:rPr>
              <a:t> Accessibility Insights for Web</a:t>
            </a: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914400" lvl="2" indent="0">
              <a:buNone/>
            </a:pPr>
            <a:r>
              <a:rPr lang="en-US" sz="1600" b="1">
                <a:latin typeface="Open Sans"/>
                <a:ea typeface="Open Sans"/>
                <a:cs typeface="Open Sans"/>
              </a:rPr>
              <a:t>Screen Readers for Manual Testing</a:t>
            </a:r>
            <a:endParaRPr lang="en-US" sz="1600" b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lvl="2">
              <a:buFont typeface="Wingdings" charset="2"/>
              <a:buChar char="§"/>
            </a:pPr>
            <a:r>
              <a:rPr lang="en-US" sz="1600" dirty="0">
                <a:latin typeface="Open Sans"/>
                <a:ea typeface="Open Sans"/>
                <a:cs typeface="Open Sans"/>
              </a:rPr>
              <a:t> NVDA (</a:t>
            </a:r>
            <a:r>
              <a:rPr lang="en-US" sz="1600" dirty="0" err="1">
                <a:latin typeface="Open Sans"/>
                <a:ea typeface="Open Sans"/>
                <a:cs typeface="Open Sans"/>
              </a:rPr>
              <a:t>NonVisual</a:t>
            </a:r>
            <a:r>
              <a:rPr lang="en-US" sz="1600" dirty="0">
                <a:latin typeface="Open Sans"/>
                <a:ea typeface="Open Sans"/>
                <a:cs typeface="Open Sans"/>
              </a:rPr>
              <a:t> Desktop Access)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lvl="2">
              <a:buFont typeface="Wingdings" charset="2"/>
              <a:buChar char="§"/>
            </a:pPr>
            <a:r>
              <a:rPr lang="en-US" sz="1600" dirty="0">
                <a:latin typeface="Open Sans"/>
                <a:ea typeface="Open Sans"/>
                <a:cs typeface="Open Sans"/>
              </a:rPr>
              <a:t> </a:t>
            </a:r>
            <a:r>
              <a:rPr lang="en-US" sz="1600" dirty="0" err="1">
                <a:latin typeface="Open Sans"/>
                <a:ea typeface="Open Sans"/>
                <a:cs typeface="Open Sans"/>
              </a:rPr>
              <a:t>VoiceOver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lvl="2">
              <a:buFont typeface="Wingdings" charset="2"/>
              <a:buChar char="§"/>
            </a:pPr>
            <a:r>
              <a:rPr lang="en-US" sz="1600">
                <a:latin typeface="Open Sans"/>
                <a:ea typeface="Open Sans"/>
                <a:cs typeface="Open Sans"/>
              </a:rPr>
              <a:t> JAWS</a:t>
            </a:r>
            <a:endParaRPr lang="en-US" sz="1600" dirty="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79968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85B18512D53F41BDE18DDF49B141B1" ma:contentTypeVersion="15" ma:contentTypeDescription="Create a new document." ma:contentTypeScope="" ma:versionID="e906cf6e48426ee06c66027bb80d6180">
  <xsd:schema xmlns:xsd="http://www.w3.org/2001/XMLSchema" xmlns:xs="http://www.w3.org/2001/XMLSchema" xmlns:p="http://schemas.microsoft.com/office/2006/metadata/properties" xmlns:ns2="dcd73cc7-3f1a-4f0c-93a2-52248963654a" xmlns:ns3="1b6a93da-3008-4b4c-a527-3918a3aa2c8d" targetNamespace="http://schemas.microsoft.com/office/2006/metadata/properties" ma:root="true" ma:fieldsID="7e970348c30aff7842b1d265af3f3d1b" ns2:_="" ns3:_="">
    <xsd:import namespace="dcd73cc7-3f1a-4f0c-93a2-52248963654a"/>
    <xsd:import namespace="1b6a93da-3008-4b4c-a527-3918a3aa2c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73cc7-3f1a-4f0c-93a2-5224896365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0605de8-6ea5-48e6-9496-7988cfd13a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a93da-3008-4b4c-a527-3918a3aa2c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3ea22cc-db3d-48eb-9246-edf9007a76f7}" ma:internalName="TaxCatchAll" ma:showField="CatchAllData" ma:web="1b6a93da-3008-4b4c-a527-3918a3aa2c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73cc7-3f1a-4f0c-93a2-52248963654a">
      <Terms xmlns="http://schemas.microsoft.com/office/infopath/2007/PartnerControls"/>
    </lcf76f155ced4ddcb4097134ff3c332f>
    <TaxCatchAll xmlns="1b6a93da-3008-4b4c-a527-3918a3aa2c8d" xsi:nil="true"/>
  </documentManagement>
</p:properties>
</file>

<file path=customXml/itemProps1.xml><?xml version="1.0" encoding="utf-8"?>
<ds:datastoreItem xmlns:ds="http://schemas.openxmlformats.org/officeDocument/2006/customXml" ds:itemID="{E7110535-9DC6-447A-B96B-45BFF399DC8F}"/>
</file>

<file path=customXml/itemProps2.xml><?xml version="1.0" encoding="utf-8"?>
<ds:datastoreItem xmlns:ds="http://schemas.openxmlformats.org/officeDocument/2006/customXml" ds:itemID="{5E582B16-619E-45F0-9B35-127AFB672ADD}"/>
</file>

<file path=customXml/itemProps3.xml><?xml version="1.0" encoding="utf-8"?>
<ds:datastoreItem xmlns:ds="http://schemas.openxmlformats.org/officeDocument/2006/customXml" ds:itemID="{9DBA0C2F-9FDD-407C-8BB7-F476705F24D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Facet</vt:lpstr>
      <vt:lpstr>Localization  Accessibility </vt:lpstr>
      <vt:lpstr>   localization testing (L10N)</vt:lpstr>
      <vt:lpstr>   localization testing (L10N)</vt:lpstr>
      <vt:lpstr>   Localization Test Cases</vt:lpstr>
      <vt:lpstr>   accessibility (A11y) testing</vt:lpstr>
      <vt:lpstr>   accessibility (A11y) testing</vt:lpstr>
      <vt:lpstr>   Accessibility Test Cases</vt:lpstr>
      <vt:lpstr>   Accessibility Testing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268</cp:revision>
  <dcterms:created xsi:type="dcterms:W3CDTF">2013-07-15T20:26:40Z</dcterms:created>
  <dcterms:modified xsi:type="dcterms:W3CDTF">2026-06-10T14:53:08Z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0x010100E585B18512D53F41BDE18DDF49B141B1</vt:lpwstr>
  </property>
</Properties>
</file>