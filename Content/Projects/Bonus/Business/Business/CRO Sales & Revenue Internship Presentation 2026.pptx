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ata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5" Type="http://schemas.openxmlformats.org/officeDocument/2006/relationships/image" Target="../media/image13.svg"/><Relationship Id="rId4" Type="http://schemas.openxmlformats.org/officeDocument/2006/relationships/image" Target="../media/image12.svg"/></Relationships>
</file>

<file path=ppt/diagrams/_rels/data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2.svg"/><Relationship Id="rId5" Type="http://schemas.openxmlformats.org/officeDocument/2006/relationships/image" Target="../media/image18.svg"/><Relationship Id="rId4" Type="http://schemas.openxmlformats.org/officeDocument/2006/relationships/image" Target="../media/image17.svg"/></Relationships>
</file>

<file path=ppt/diagrams/_rels/data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0.svg"/><Relationship Id="rId1" Type="http://schemas.openxmlformats.org/officeDocument/2006/relationships/image" Target="../media/image19.svg"/></Relationships>
</file>

<file path=ppt/diagrams/_rels/data8.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6.svg"/><Relationship Id="rId2" Type="http://schemas.openxmlformats.org/officeDocument/2006/relationships/image" Target="../media/image22.svg"/><Relationship Id="rId1" Type="http://schemas.openxmlformats.org/officeDocument/2006/relationships/image" Target="../media/image21.svg"/><Relationship Id="rId6" Type="http://schemas.openxmlformats.org/officeDocument/2006/relationships/image" Target="../media/image25.svg"/><Relationship Id="rId5" Type="http://schemas.openxmlformats.org/officeDocument/2006/relationships/image" Target="../media/image20.svg"/><Relationship Id="rId4" Type="http://schemas.openxmlformats.org/officeDocument/2006/relationships/image" Target="../media/image2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5" Type="http://schemas.openxmlformats.org/officeDocument/2006/relationships/image" Target="../media/image13.svg"/><Relationship Id="rId4"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2.svg"/><Relationship Id="rId5" Type="http://schemas.openxmlformats.org/officeDocument/2006/relationships/image" Target="../media/image18.svg"/><Relationship Id="rId4" Type="http://schemas.openxmlformats.org/officeDocument/2006/relationships/image" Target="../media/image1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0.svg"/><Relationship Id="rId1" Type="http://schemas.openxmlformats.org/officeDocument/2006/relationships/image" Target="../media/image19.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6.svg"/><Relationship Id="rId2" Type="http://schemas.openxmlformats.org/officeDocument/2006/relationships/image" Target="../media/image22.svg"/><Relationship Id="rId1" Type="http://schemas.openxmlformats.org/officeDocument/2006/relationships/image" Target="../media/image21.svg"/><Relationship Id="rId6" Type="http://schemas.openxmlformats.org/officeDocument/2006/relationships/image" Target="../media/image25.svg"/><Relationship Id="rId5" Type="http://schemas.openxmlformats.org/officeDocument/2006/relationships/image" Target="../media/image20.sv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98C77D-DA8C-4539-86BB-02FC825444A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67E21A1-63DB-4D1F-BD5F-243A4AF75BE9}">
      <dgm:prSet/>
      <dgm:spPr/>
      <dgm:t>
        <a:bodyPr/>
        <a:lstStyle/>
        <a:p>
          <a:r>
            <a:rPr lang="en-US"/>
            <a:t>Session Format (1 Hour)</a:t>
          </a:r>
        </a:p>
      </dgm:t>
    </dgm:pt>
    <dgm:pt modelId="{D3014D31-2BE3-4039-8763-8C0622356D7F}" type="parTrans" cxnId="{4DE40C73-6E3C-47F5-89B3-96F2D33C0EC6}">
      <dgm:prSet/>
      <dgm:spPr/>
      <dgm:t>
        <a:bodyPr/>
        <a:lstStyle/>
        <a:p>
          <a:endParaRPr lang="en-US"/>
        </a:p>
      </dgm:t>
    </dgm:pt>
    <dgm:pt modelId="{8DCBC5A1-A4C1-4291-8EC4-927D8544947C}" type="sibTrans" cxnId="{4DE40C73-6E3C-47F5-89B3-96F2D33C0EC6}">
      <dgm:prSet/>
      <dgm:spPr/>
      <dgm:t>
        <a:bodyPr/>
        <a:lstStyle/>
        <a:p>
          <a:endParaRPr lang="en-US"/>
        </a:p>
      </dgm:t>
    </dgm:pt>
    <dgm:pt modelId="{59D9A420-4435-476F-A0A0-32438A62C7C0}">
      <dgm:prSet/>
      <dgm:spPr/>
      <dgm:t>
        <a:bodyPr/>
        <a:lstStyle/>
        <a:p>
          <a:r>
            <a:rPr lang="en-US"/>
            <a:t>• 5–10 min — Introduction, background &amp; role</a:t>
          </a:r>
        </a:p>
      </dgm:t>
    </dgm:pt>
    <dgm:pt modelId="{11CB013C-7288-430A-A534-FB39FBB61E59}" type="parTrans" cxnId="{638A31A4-6950-4A7E-BA27-C3FE1B87379B}">
      <dgm:prSet/>
      <dgm:spPr/>
      <dgm:t>
        <a:bodyPr/>
        <a:lstStyle/>
        <a:p>
          <a:endParaRPr lang="en-US"/>
        </a:p>
      </dgm:t>
    </dgm:pt>
    <dgm:pt modelId="{B1807170-D087-4CCA-B6AE-FBC31B0B6504}" type="sibTrans" cxnId="{638A31A4-6950-4A7E-BA27-C3FE1B87379B}">
      <dgm:prSet/>
      <dgm:spPr/>
      <dgm:t>
        <a:bodyPr/>
        <a:lstStyle/>
        <a:p>
          <a:endParaRPr lang="en-US"/>
        </a:p>
      </dgm:t>
    </dgm:pt>
    <dgm:pt modelId="{95A7DEC7-E7D2-4375-A31C-E19FAD0CB191}">
      <dgm:prSet/>
      <dgm:spPr/>
      <dgm:t>
        <a:bodyPr/>
        <a:lstStyle/>
        <a:p>
          <a:r>
            <a:rPr lang="en-US"/>
            <a:t>• 15–20 min — Core lessons from leading Revenue</a:t>
          </a:r>
        </a:p>
      </dgm:t>
    </dgm:pt>
    <dgm:pt modelId="{9DBC5829-60FB-4D21-998B-E31DB0D7B8C2}" type="parTrans" cxnId="{901F2CC8-EF33-4199-BAE9-AC57D6467EAF}">
      <dgm:prSet/>
      <dgm:spPr/>
      <dgm:t>
        <a:bodyPr/>
        <a:lstStyle/>
        <a:p>
          <a:endParaRPr lang="en-US"/>
        </a:p>
      </dgm:t>
    </dgm:pt>
    <dgm:pt modelId="{712AB672-6531-45D3-A98B-9C93125B096A}" type="sibTrans" cxnId="{901F2CC8-EF33-4199-BAE9-AC57D6467EAF}">
      <dgm:prSet/>
      <dgm:spPr/>
      <dgm:t>
        <a:bodyPr/>
        <a:lstStyle/>
        <a:p>
          <a:endParaRPr lang="en-US"/>
        </a:p>
      </dgm:t>
    </dgm:pt>
    <dgm:pt modelId="{1E79208C-2FA7-4051-A399-CA2DBD94B606}">
      <dgm:prSet/>
      <dgm:spPr/>
      <dgm:t>
        <a:bodyPr/>
        <a:lstStyle/>
        <a:p>
          <a:r>
            <a:rPr lang="en-US"/>
            <a:t>• 15–20 min — Team activity</a:t>
          </a:r>
        </a:p>
      </dgm:t>
    </dgm:pt>
    <dgm:pt modelId="{9E67524A-3F4E-424A-BD5B-28112AADA086}" type="parTrans" cxnId="{16F77482-6D2D-4135-81F4-70E2C889518B}">
      <dgm:prSet/>
      <dgm:spPr/>
      <dgm:t>
        <a:bodyPr/>
        <a:lstStyle/>
        <a:p>
          <a:endParaRPr lang="en-US"/>
        </a:p>
      </dgm:t>
    </dgm:pt>
    <dgm:pt modelId="{BE834E89-220C-4A90-8766-DC52767F1305}" type="sibTrans" cxnId="{16F77482-6D2D-4135-81F4-70E2C889518B}">
      <dgm:prSet/>
      <dgm:spPr/>
      <dgm:t>
        <a:bodyPr/>
        <a:lstStyle/>
        <a:p>
          <a:endParaRPr lang="en-US"/>
        </a:p>
      </dgm:t>
    </dgm:pt>
    <dgm:pt modelId="{0DEED3BA-901A-4193-909C-61286A032F49}">
      <dgm:prSet/>
      <dgm:spPr/>
      <dgm:t>
        <a:bodyPr/>
        <a:lstStyle/>
        <a:p>
          <a:r>
            <a:rPr lang="en-US"/>
            <a:t>• 5–10 min — Reflection &amp; Q&amp;A</a:t>
          </a:r>
        </a:p>
      </dgm:t>
    </dgm:pt>
    <dgm:pt modelId="{B35ADC41-8AC3-4B1D-B7F0-83FFBA2159AA}" type="parTrans" cxnId="{AD0B6DB0-41DF-410B-B0E7-820B0620A144}">
      <dgm:prSet/>
      <dgm:spPr/>
      <dgm:t>
        <a:bodyPr/>
        <a:lstStyle/>
        <a:p>
          <a:endParaRPr lang="en-US"/>
        </a:p>
      </dgm:t>
    </dgm:pt>
    <dgm:pt modelId="{807E1A0C-067D-4BBD-B6FE-177325CC7A25}" type="sibTrans" cxnId="{AD0B6DB0-41DF-410B-B0E7-820B0620A144}">
      <dgm:prSet/>
      <dgm:spPr/>
      <dgm:t>
        <a:bodyPr/>
        <a:lstStyle/>
        <a:p>
          <a:endParaRPr lang="en-US"/>
        </a:p>
      </dgm:t>
    </dgm:pt>
    <dgm:pt modelId="{21E8624A-362B-4C83-807A-8FDEB28B44D5}" type="pres">
      <dgm:prSet presAssocID="{3C98C77D-DA8C-4539-86BB-02FC825444A0}" presName="linear" presStyleCnt="0">
        <dgm:presLayoutVars>
          <dgm:animLvl val="lvl"/>
          <dgm:resizeHandles val="exact"/>
        </dgm:presLayoutVars>
      </dgm:prSet>
      <dgm:spPr/>
    </dgm:pt>
    <dgm:pt modelId="{F8C49123-C969-48D7-B743-B7DF689F8E2E}" type="pres">
      <dgm:prSet presAssocID="{E67E21A1-63DB-4D1F-BD5F-243A4AF75BE9}" presName="parentText" presStyleLbl="node1" presStyleIdx="0" presStyleCnt="5">
        <dgm:presLayoutVars>
          <dgm:chMax val="0"/>
          <dgm:bulletEnabled val="1"/>
        </dgm:presLayoutVars>
      </dgm:prSet>
      <dgm:spPr/>
    </dgm:pt>
    <dgm:pt modelId="{D158F104-79DF-420E-A1AD-F23EEE7E6EE0}" type="pres">
      <dgm:prSet presAssocID="{8DCBC5A1-A4C1-4291-8EC4-927D8544947C}" presName="spacer" presStyleCnt="0"/>
      <dgm:spPr/>
    </dgm:pt>
    <dgm:pt modelId="{2FE69561-4199-416B-B0CA-3B1344346573}" type="pres">
      <dgm:prSet presAssocID="{59D9A420-4435-476F-A0A0-32438A62C7C0}" presName="parentText" presStyleLbl="node1" presStyleIdx="1" presStyleCnt="5">
        <dgm:presLayoutVars>
          <dgm:chMax val="0"/>
          <dgm:bulletEnabled val="1"/>
        </dgm:presLayoutVars>
      </dgm:prSet>
      <dgm:spPr/>
    </dgm:pt>
    <dgm:pt modelId="{00B12A75-777F-4EE2-A2E3-D85FB58DFC53}" type="pres">
      <dgm:prSet presAssocID="{B1807170-D087-4CCA-B6AE-FBC31B0B6504}" presName="spacer" presStyleCnt="0"/>
      <dgm:spPr/>
    </dgm:pt>
    <dgm:pt modelId="{8B4D85E9-6DE8-45BE-B119-A52340948618}" type="pres">
      <dgm:prSet presAssocID="{95A7DEC7-E7D2-4375-A31C-E19FAD0CB191}" presName="parentText" presStyleLbl="node1" presStyleIdx="2" presStyleCnt="5">
        <dgm:presLayoutVars>
          <dgm:chMax val="0"/>
          <dgm:bulletEnabled val="1"/>
        </dgm:presLayoutVars>
      </dgm:prSet>
      <dgm:spPr/>
    </dgm:pt>
    <dgm:pt modelId="{5CAEEACD-C50C-4B15-8EBB-94CFE60E3E6E}" type="pres">
      <dgm:prSet presAssocID="{712AB672-6531-45D3-A98B-9C93125B096A}" presName="spacer" presStyleCnt="0"/>
      <dgm:spPr/>
    </dgm:pt>
    <dgm:pt modelId="{AA37D4C9-9522-4252-BE50-22B6C2634328}" type="pres">
      <dgm:prSet presAssocID="{1E79208C-2FA7-4051-A399-CA2DBD94B606}" presName="parentText" presStyleLbl="node1" presStyleIdx="3" presStyleCnt="5">
        <dgm:presLayoutVars>
          <dgm:chMax val="0"/>
          <dgm:bulletEnabled val="1"/>
        </dgm:presLayoutVars>
      </dgm:prSet>
      <dgm:spPr/>
    </dgm:pt>
    <dgm:pt modelId="{8522B712-0EAE-4831-8765-B69B36C128D7}" type="pres">
      <dgm:prSet presAssocID="{BE834E89-220C-4A90-8766-DC52767F1305}" presName="spacer" presStyleCnt="0"/>
      <dgm:spPr/>
    </dgm:pt>
    <dgm:pt modelId="{6FB2532F-CA8B-443E-A570-AB2489F4A6D7}" type="pres">
      <dgm:prSet presAssocID="{0DEED3BA-901A-4193-909C-61286A032F49}" presName="parentText" presStyleLbl="node1" presStyleIdx="4" presStyleCnt="5">
        <dgm:presLayoutVars>
          <dgm:chMax val="0"/>
          <dgm:bulletEnabled val="1"/>
        </dgm:presLayoutVars>
      </dgm:prSet>
      <dgm:spPr/>
    </dgm:pt>
  </dgm:ptLst>
  <dgm:cxnLst>
    <dgm:cxn modelId="{E98B0107-A09D-4B2B-8B3B-39CAD2A2D7FF}" type="presOf" srcId="{0DEED3BA-901A-4193-909C-61286A032F49}" destId="{6FB2532F-CA8B-443E-A570-AB2489F4A6D7}" srcOrd="0" destOrd="0" presId="urn:microsoft.com/office/officeart/2005/8/layout/vList2"/>
    <dgm:cxn modelId="{1FC9D643-217A-42D5-B7AB-5819B575F798}" type="presOf" srcId="{95A7DEC7-E7D2-4375-A31C-E19FAD0CB191}" destId="{8B4D85E9-6DE8-45BE-B119-A52340948618}" srcOrd="0" destOrd="0" presId="urn:microsoft.com/office/officeart/2005/8/layout/vList2"/>
    <dgm:cxn modelId="{B13EA14B-A4CA-4A1B-B697-1BC6C94385C2}" type="presOf" srcId="{E67E21A1-63DB-4D1F-BD5F-243A4AF75BE9}" destId="{F8C49123-C969-48D7-B743-B7DF689F8E2E}" srcOrd="0" destOrd="0" presId="urn:microsoft.com/office/officeart/2005/8/layout/vList2"/>
    <dgm:cxn modelId="{4DE40C73-6E3C-47F5-89B3-96F2D33C0EC6}" srcId="{3C98C77D-DA8C-4539-86BB-02FC825444A0}" destId="{E67E21A1-63DB-4D1F-BD5F-243A4AF75BE9}" srcOrd="0" destOrd="0" parTransId="{D3014D31-2BE3-4039-8763-8C0622356D7F}" sibTransId="{8DCBC5A1-A4C1-4291-8EC4-927D8544947C}"/>
    <dgm:cxn modelId="{16F77482-6D2D-4135-81F4-70E2C889518B}" srcId="{3C98C77D-DA8C-4539-86BB-02FC825444A0}" destId="{1E79208C-2FA7-4051-A399-CA2DBD94B606}" srcOrd="3" destOrd="0" parTransId="{9E67524A-3F4E-424A-BD5B-28112AADA086}" sibTransId="{BE834E89-220C-4A90-8766-DC52767F1305}"/>
    <dgm:cxn modelId="{66F5C291-9B3B-417F-B0D0-B5FA6A9023E0}" type="presOf" srcId="{59D9A420-4435-476F-A0A0-32438A62C7C0}" destId="{2FE69561-4199-416B-B0CA-3B1344346573}" srcOrd="0" destOrd="0" presId="urn:microsoft.com/office/officeart/2005/8/layout/vList2"/>
    <dgm:cxn modelId="{638A31A4-6950-4A7E-BA27-C3FE1B87379B}" srcId="{3C98C77D-DA8C-4539-86BB-02FC825444A0}" destId="{59D9A420-4435-476F-A0A0-32438A62C7C0}" srcOrd="1" destOrd="0" parTransId="{11CB013C-7288-430A-A534-FB39FBB61E59}" sibTransId="{B1807170-D087-4CCA-B6AE-FBC31B0B6504}"/>
    <dgm:cxn modelId="{D179B0A8-8708-43F7-965F-8E2D6F24D181}" type="presOf" srcId="{3C98C77D-DA8C-4539-86BB-02FC825444A0}" destId="{21E8624A-362B-4C83-807A-8FDEB28B44D5}" srcOrd="0" destOrd="0" presId="urn:microsoft.com/office/officeart/2005/8/layout/vList2"/>
    <dgm:cxn modelId="{AD0B6DB0-41DF-410B-B0E7-820B0620A144}" srcId="{3C98C77D-DA8C-4539-86BB-02FC825444A0}" destId="{0DEED3BA-901A-4193-909C-61286A032F49}" srcOrd="4" destOrd="0" parTransId="{B35ADC41-8AC3-4B1D-B7F0-83FFBA2159AA}" sibTransId="{807E1A0C-067D-4BBD-B6FE-177325CC7A25}"/>
    <dgm:cxn modelId="{0A55CFB5-B0C2-42D2-8281-927D5B091AE3}" type="presOf" srcId="{1E79208C-2FA7-4051-A399-CA2DBD94B606}" destId="{AA37D4C9-9522-4252-BE50-22B6C2634328}" srcOrd="0" destOrd="0" presId="urn:microsoft.com/office/officeart/2005/8/layout/vList2"/>
    <dgm:cxn modelId="{901F2CC8-EF33-4199-BAE9-AC57D6467EAF}" srcId="{3C98C77D-DA8C-4539-86BB-02FC825444A0}" destId="{95A7DEC7-E7D2-4375-A31C-E19FAD0CB191}" srcOrd="2" destOrd="0" parTransId="{9DBC5829-60FB-4D21-998B-E31DB0D7B8C2}" sibTransId="{712AB672-6531-45D3-A98B-9C93125B096A}"/>
    <dgm:cxn modelId="{F1EB6164-5FDA-4B20-8172-90B85790F716}" type="presParOf" srcId="{21E8624A-362B-4C83-807A-8FDEB28B44D5}" destId="{F8C49123-C969-48D7-B743-B7DF689F8E2E}" srcOrd="0" destOrd="0" presId="urn:microsoft.com/office/officeart/2005/8/layout/vList2"/>
    <dgm:cxn modelId="{A1C3D6CB-0EEB-45C9-A479-3F9B42338BEC}" type="presParOf" srcId="{21E8624A-362B-4C83-807A-8FDEB28B44D5}" destId="{D158F104-79DF-420E-A1AD-F23EEE7E6EE0}" srcOrd="1" destOrd="0" presId="urn:microsoft.com/office/officeart/2005/8/layout/vList2"/>
    <dgm:cxn modelId="{71080E9D-1981-4B6E-98CF-8A7A7DA9912B}" type="presParOf" srcId="{21E8624A-362B-4C83-807A-8FDEB28B44D5}" destId="{2FE69561-4199-416B-B0CA-3B1344346573}" srcOrd="2" destOrd="0" presId="urn:microsoft.com/office/officeart/2005/8/layout/vList2"/>
    <dgm:cxn modelId="{A51140F5-3DDF-4571-AB4D-E51ACF3675F7}" type="presParOf" srcId="{21E8624A-362B-4C83-807A-8FDEB28B44D5}" destId="{00B12A75-777F-4EE2-A2E3-D85FB58DFC53}" srcOrd="3" destOrd="0" presId="urn:microsoft.com/office/officeart/2005/8/layout/vList2"/>
    <dgm:cxn modelId="{9D0E4456-DA9C-4027-A243-BE1AB4D6DAD4}" type="presParOf" srcId="{21E8624A-362B-4C83-807A-8FDEB28B44D5}" destId="{8B4D85E9-6DE8-45BE-B119-A52340948618}" srcOrd="4" destOrd="0" presId="urn:microsoft.com/office/officeart/2005/8/layout/vList2"/>
    <dgm:cxn modelId="{3587E405-62A3-4473-A122-2E10F9A88B07}" type="presParOf" srcId="{21E8624A-362B-4C83-807A-8FDEB28B44D5}" destId="{5CAEEACD-C50C-4B15-8EBB-94CFE60E3E6E}" srcOrd="5" destOrd="0" presId="urn:microsoft.com/office/officeart/2005/8/layout/vList2"/>
    <dgm:cxn modelId="{004CD598-6771-4F4F-AC2E-ABCCAFA9787C}" type="presParOf" srcId="{21E8624A-362B-4C83-807A-8FDEB28B44D5}" destId="{AA37D4C9-9522-4252-BE50-22B6C2634328}" srcOrd="6" destOrd="0" presId="urn:microsoft.com/office/officeart/2005/8/layout/vList2"/>
    <dgm:cxn modelId="{DB133413-CDA3-4C0E-94D3-B641CA4B54B5}" type="presParOf" srcId="{21E8624A-362B-4C83-807A-8FDEB28B44D5}" destId="{8522B712-0EAE-4831-8765-B69B36C128D7}" srcOrd="7" destOrd="0" presId="urn:microsoft.com/office/officeart/2005/8/layout/vList2"/>
    <dgm:cxn modelId="{9D8C6572-8F31-4F85-8E7A-F276E63334C9}" type="presParOf" srcId="{21E8624A-362B-4C83-807A-8FDEB28B44D5}" destId="{6FB2532F-CA8B-443E-A570-AB2489F4A6D7}"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98C77D-DA8C-4539-86BB-02FC825444A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E79208C-2FA7-4051-A399-CA2DBD94B606}">
      <dgm:prSet/>
      <dgm:spPr/>
      <dgm:t>
        <a:bodyPr/>
        <a:lstStyle/>
        <a:p>
          <a:r>
            <a:rPr lang="en-US" dirty="0"/>
            <a:t>Wife Heather, and 5 kids (Keira 14, Autumn 10, Nolan 8, Hannah 5, Sophie 1 and we live in Brighton, MI kids go to Brighton Area Schools). Go Bulldogs!</a:t>
          </a:r>
        </a:p>
      </dgm:t>
    </dgm:pt>
    <dgm:pt modelId="{9E67524A-3F4E-424A-BD5B-28112AADA086}" type="parTrans" cxnId="{16F77482-6D2D-4135-81F4-70E2C889518B}">
      <dgm:prSet/>
      <dgm:spPr/>
      <dgm:t>
        <a:bodyPr/>
        <a:lstStyle/>
        <a:p>
          <a:endParaRPr lang="en-US"/>
        </a:p>
      </dgm:t>
    </dgm:pt>
    <dgm:pt modelId="{BE834E89-220C-4A90-8766-DC52767F1305}" type="sibTrans" cxnId="{16F77482-6D2D-4135-81F4-70E2C889518B}">
      <dgm:prSet/>
      <dgm:spPr/>
      <dgm:t>
        <a:bodyPr/>
        <a:lstStyle/>
        <a:p>
          <a:endParaRPr lang="en-US"/>
        </a:p>
      </dgm:t>
    </dgm:pt>
    <dgm:pt modelId="{0DEED3BA-901A-4193-909C-61286A032F49}">
      <dgm:prSet/>
      <dgm:spPr/>
      <dgm:t>
        <a:bodyPr/>
        <a:lstStyle/>
        <a:p>
          <a:r>
            <a:rPr lang="en-US" dirty="0"/>
            <a:t>Spend time with family and friends at our cottage on Harsens Island in Michigan, and we stay busy with their school and sports (two oldest daughters are competitive gymnasts, and my son Nolan plays basketball, soccer, and football)-I’m an assistant coach on his football team)</a:t>
          </a:r>
        </a:p>
      </dgm:t>
    </dgm:pt>
    <dgm:pt modelId="{B35ADC41-8AC3-4B1D-B7F0-83FFBA2159AA}" type="parTrans" cxnId="{AD0B6DB0-41DF-410B-B0E7-820B0620A144}">
      <dgm:prSet/>
      <dgm:spPr/>
      <dgm:t>
        <a:bodyPr/>
        <a:lstStyle/>
        <a:p>
          <a:endParaRPr lang="en-US"/>
        </a:p>
      </dgm:t>
    </dgm:pt>
    <dgm:pt modelId="{807E1A0C-067D-4BBD-B6FE-177325CC7A25}" type="sibTrans" cxnId="{AD0B6DB0-41DF-410B-B0E7-820B0620A144}">
      <dgm:prSet/>
      <dgm:spPr/>
      <dgm:t>
        <a:bodyPr/>
        <a:lstStyle/>
        <a:p>
          <a:endParaRPr lang="en-US"/>
        </a:p>
      </dgm:t>
    </dgm:pt>
    <dgm:pt modelId="{E67E21A1-63DB-4D1F-BD5F-243A4AF75BE9}">
      <dgm:prSet/>
      <dgm:spPr/>
      <dgm:t>
        <a:bodyPr/>
        <a:lstStyle/>
        <a:p>
          <a:r>
            <a:rPr lang="en-US" dirty="0"/>
            <a:t>Brian Stevens, born in 1981 in Marine City, MI</a:t>
          </a:r>
        </a:p>
      </dgm:t>
    </dgm:pt>
    <dgm:pt modelId="{8DCBC5A1-A4C1-4291-8EC4-927D8544947C}" type="sibTrans" cxnId="{4DE40C73-6E3C-47F5-89B3-96F2D33C0EC6}">
      <dgm:prSet/>
      <dgm:spPr/>
      <dgm:t>
        <a:bodyPr/>
        <a:lstStyle/>
        <a:p>
          <a:endParaRPr lang="en-US"/>
        </a:p>
      </dgm:t>
    </dgm:pt>
    <dgm:pt modelId="{D3014D31-2BE3-4039-8763-8C0622356D7F}" type="parTrans" cxnId="{4DE40C73-6E3C-47F5-89B3-96F2D33C0EC6}">
      <dgm:prSet/>
      <dgm:spPr/>
      <dgm:t>
        <a:bodyPr/>
        <a:lstStyle/>
        <a:p>
          <a:endParaRPr lang="en-US"/>
        </a:p>
      </dgm:t>
    </dgm:pt>
    <dgm:pt modelId="{95A7DEC7-E7D2-4375-A31C-E19FAD0CB191}">
      <dgm:prSet/>
      <dgm:spPr/>
      <dgm:t>
        <a:bodyPr/>
        <a:lstStyle/>
        <a:p>
          <a:r>
            <a:rPr lang="en-US" dirty="0"/>
            <a:t>Undergrad:     Central Michigan University</a:t>
          </a:r>
          <a:br>
            <a:rPr lang="en-US" dirty="0"/>
          </a:br>
          <a:r>
            <a:rPr lang="en-US" dirty="0"/>
            <a:t>MBA:               Northwood University </a:t>
          </a:r>
          <a:br>
            <a:rPr lang="en-US" dirty="0"/>
          </a:br>
          <a:br>
            <a:rPr lang="en-US" dirty="0"/>
          </a:br>
          <a:r>
            <a:rPr lang="en-US" dirty="0"/>
            <a:t>Absolutely love working here at Evisions!</a:t>
          </a:r>
        </a:p>
      </dgm:t>
    </dgm:pt>
    <dgm:pt modelId="{712AB672-6531-45D3-A98B-9C93125B096A}" type="sibTrans" cxnId="{901F2CC8-EF33-4199-BAE9-AC57D6467EAF}">
      <dgm:prSet/>
      <dgm:spPr/>
      <dgm:t>
        <a:bodyPr/>
        <a:lstStyle/>
        <a:p>
          <a:endParaRPr lang="en-US"/>
        </a:p>
      </dgm:t>
    </dgm:pt>
    <dgm:pt modelId="{9DBC5829-60FB-4D21-998B-E31DB0D7B8C2}" type="parTrans" cxnId="{901F2CC8-EF33-4199-BAE9-AC57D6467EAF}">
      <dgm:prSet/>
      <dgm:spPr/>
      <dgm:t>
        <a:bodyPr/>
        <a:lstStyle/>
        <a:p>
          <a:endParaRPr lang="en-US"/>
        </a:p>
      </dgm:t>
    </dgm:pt>
    <dgm:pt modelId="{59D9A420-4435-476F-A0A0-32438A62C7C0}">
      <dgm:prSet/>
      <dgm:spPr/>
      <dgm:t>
        <a:bodyPr/>
        <a:lstStyle/>
        <a:p>
          <a:r>
            <a:rPr lang="en-US" dirty="0"/>
            <a:t>Played Football, Basketball, Baseball for Marine City (All Conference in Football, and Team MVP, All Conference, All Region and Detroit News All Metro East team in Baseball). Captain of Football and Baseball teams my Senior year (and Junior year also for Baseball)</a:t>
          </a:r>
        </a:p>
      </dgm:t>
    </dgm:pt>
    <dgm:pt modelId="{B1807170-D087-4CCA-B6AE-FBC31B0B6504}" type="sibTrans" cxnId="{638A31A4-6950-4A7E-BA27-C3FE1B87379B}">
      <dgm:prSet/>
      <dgm:spPr/>
      <dgm:t>
        <a:bodyPr/>
        <a:lstStyle/>
        <a:p>
          <a:endParaRPr lang="en-US"/>
        </a:p>
      </dgm:t>
    </dgm:pt>
    <dgm:pt modelId="{11CB013C-7288-430A-A534-FB39FBB61E59}" type="parTrans" cxnId="{638A31A4-6950-4A7E-BA27-C3FE1B87379B}">
      <dgm:prSet/>
      <dgm:spPr/>
      <dgm:t>
        <a:bodyPr/>
        <a:lstStyle/>
        <a:p>
          <a:endParaRPr lang="en-US"/>
        </a:p>
      </dgm:t>
    </dgm:pt>
    <dgm:pt modelId="{21E8624A-362B-4C83-807A-8FDEB28B44D5}" type="pres">
      <dgm:prSet presAssocID="{3C98C77D-DA8C-4539-86BB-02FC825444A0}" presName="linear" presStyleCnt="0">
        <dgm:presLayoutVars>
          <dgm:animLvl val="lvl"/>
          <dgm:resizeHandles val="exact"/>
        </dgm:presLayoutVars>
      </dgm:prSet>
      <dgm:spPr/>
    </dgm:pt>
    <dgm:pt modelId="{F8C49123-C969-48D7-B743-B7DF689F8E2E}" type="pres">
      <dgm:prSet presAssocID="{E67E21A1-63DB-4D1F-BD5F-243A4AF75BE9}" presName="parentText" presStyleLbl="node1" presStyleIdx="0" presStyleCnt="5">
        <dgm:presLayoutVars>
          <dgm:chMax val="0"/>
          <dgm:bulletEnabled val="1"/>
        </dgm:presLayoutVars>
      </dgm:prSet>
      <dgm:spPr/>
    </dgm:pt>
    <dgm:pt modelId="{D158F104-79DF-420E-A1AD-F23EEE7E6EE0}" type="pres">
      <dgm:prSet presAssocID="{8DCBC5A1-A4C1-4291-8EC4-927D8544947C}" presName="spacer" presStyleCnt="0"/>
      <dgm:spPr/>
    </dgm:pt>
    <dgm:pt modelId="{2FE69561-4199-416B-B0CA-3B1344346573}" type="pres">
      <dgm:prSet presAssocID="{59D9A420-4435-476F-A0A0-32438A62C7C0}" presName="parentText" presStyleLbl="node1" presStyleIdx="1" presStyleCnt="5" custLinFactNeighborX="-483" custLinFactNeighborY="12378">
        <dgm:presLayoutVars>
          <dgm:chMax val="0"/>
          <dgm:bulletEnabled val="1"/>
        </dgm:presLayoutVars>
      </dgm:prSet>
      <dgm:spPr/>
    </dgm:pt>
    <dgm:pt modelId="{00B12A75-777F-4EE2-A2E3-D85FB58DFC53}" type="pres">
      <dgm:prSet presAssocID="{B1807170-D087-4CCA-B6AE-FBC31B0B6504}" presName="spacer" presStyleCnt="0"/>
      <dgm:spPr/>
    </dgm:pt>
    <dgm:pt modelId="{8B4D85E9-6DE8-45BE-B119-A52340948618}" type="pres">
      <dgm:prSet presAssocID="{95A7DEC7-E7D2-4375-A31C-E19FAD0CB191}" presName="parentText" presStyleLbl="node1" presStyleIdx="2" presStyleCnt="5">
        <dgm:presLayoutVars>
          <dgm:chMax val="0"/>
          <dgm:bulletEnabled val="1"/>
        </dgm:presLayoutVars>
      </dgm:prSet>
      <dgm:spPr/>
    </dgm:pt>
    <dgm:pt modelId="{5CAEEACD-C50C-4B15-8EBB-94CFE60E3E6E}" type="pres">
      <dgm:prSet presAssocID="{712AB672-6531-45D3-A98B-9C93125B096A}" presName="spacer" presStyleCnt="0"/>
      <dgm:spPr/>
    </dgm:pt>
    <dgm:pt modelId="{AA37D4C9-9522-4252-BE50-22B6C2634328}" type="pres">
      <dgm:prSet presAssocID="{1E79208C-2FA7-4051-A399-CA2DBD94B606}" presName="parentText" presStyleLbl="node1" presStyleIdx="3" presStyleCnt="5">
        <dgm:presLayoutVars>
          <dgm:chMax val="0"/>
          <dgm:bulletEnabled val="1"/>
        </dgm:presLayoutVars>
      </dgm:prSet>
      <dgm:spPr/>
    </dgm:pt>
    <dgm:pt modelId="{8522B712-0EAE-4831-8765-B69B36C128D7}" type="pres">
      <dgm:prSet presAssocID="{BE834E89-220C-4A90-8766-DC52767F1305}" presName="spacer" presStyleCnt="0"/>
      <dgm:spPr/>
    </dgm:pt>
    <dgm:pt modelId="{6FB2532F-CA8B-443E-A570-AB2489F4A6D7}" type="pres">
      <dgm:prSet presAssocID="{0DEED3BA-901A-4193-909C-61286A032F49}" presName="parentText" presStyleLbl="node1" presStyleIdx="4" presStyleCnt="5">
        <dgm:presLayoutVars>
          <dgm:chMax val="0"/>
          <dgm:bulletEnabled val="1"/>
        </dgm:presLayoutVars>
      </dgm:prSet>
      <dgm:spPr/>
    </dgm:pt>
  </dgm:ptLst>
  <dgm:cxnLst>
    <dgm:cxn modelId="{E98B0107-A09D-4B2B-8B3B-39CAD2A2D7FF}" type="presOf" srcId="{0DEED3BA-901A-4193-909C-61286A032F49}" destId="{6FB2532F-CA8B-443E-A570-AB2489F4A6D7}" srcOrd="0" destOrd="0" presId="urn:microsoft.com/office/officeart/2005/8/layout/vList2"/>
    <dgm:cxn modelId="{1FC9D643-217A-42D5-B7AB-5819B575F798}" type="presOf" srcId="{95A7DEC7-E7D2-4375-A31C-E19FAD0CB191}" destId="{8B4D85E9-6DE8-45BE-B119-A52340948618}" srcOrd="0" destOrd="0" presId="urn:microsoft.com/office/officeart/2005/8/layout/vList2"/>
    <dgm:cxn modelId="{B13EA14B-A4CA-4A1B-B697-1BC6C94385C2}" type="presOf" srcId="{E67E21A1-63DB-4D1F-BD5F-243A4AF75BE9}" destId="{F8C49123-C969-48D7-B743-B7DF689F8E2E}" srcOrd="0" destOrd="0" presId="urn:microsoft.com/office/officeart/2005/8/layout/vList2"/>
    <dgm:cxn modelId="{4DE40C73-6E3C-47F5-89B3-96F2D33C0EC6}" srcId="{3C98C77D-DA8C-4539-86BB-02FC825444A0}" destId="{E67E21A1-63DB-4D1F-BD5F-243A4AF75BE9}" srcOrd="0" destOrd="0" parTransId="{D3014D31-2BE3-4039-8763-8C0622356D7F}" sibTransId="{8DCBC5A1-A4C1-4291-8EC4-927D8544947C}"/>
    <dgm:cxn modelId="{16F77482-6D2D-4135-81F4-70E2C889518B}" srcId="{3C98C77D-DA8C-4539-86BB-02FC825444A0}" destId="{1E79208C-2FA7-4051-A399-CA2DBD94B606}" srcOrd="3" destOrd="0" parTransId="{9E67524A-3F4E-424A-BD5B-28112AADA086}" sibTransId="{BE834E89-220C-4A90-8766-DC52767F1305}"/>
    <dgm:cxn modelId="{66F5C291-9B3B-417F-B0D0-B5FA6A9023E0}" type="presOf" srcId="{59D9A420-4435-476F-A0A0-32438A62C7C0}" destId="{2FE69561-4199-416B-B0CA-3B1344346573}" srcOrd="0" destOrd="0" presId="urn:microsoft.com/office/officeart/2005/8/layout/vList2"/>
    <dgm:cxn modelId="{638A31A4-6950-4A7E-BA27-C3FE1B87379B}" srcId="{3C98C77D-DA8C-4539-86BB-02FC825444A0}" destId="{59D9A420-4435-476F-A0A0-32438A62C7C0}" srcOrd="1" destOrd="0" parTransId="{11CB013C-7288-430A-A534-FB39FBB61E59}" sibTransId="{B1807170-D087-4CCA-B6AE-FBC31B0B6504}"/>
    <dgm:cxn modelId="{D179B0A8-8708-43F7-965F-8E2D6F24D181}" type="presOf" srcId="{3C98C77D-DA8C-4539-86BB-02FC825444A0}" destId="{21E8624A-362B-4C83-807A-8FDEB28B44D5}" srcOrd="0" destOrd="0" presId="urn:microsoft.com/office/officeart/2005/8/layout/vList2"/>
    <dgm:cxn modelId="{AD0B6DB0-41DF-410B-B0E7-820B0620A144}" srcId="{3C98C77D-DA8C-4539-86BB-02FC825444A0}" destId="{0DEED3BA-901A-4193-909C-61286A032F49}" srcOrd="4" destOrd="0" parTransId="{B35ADC41-8AC3-4B1D-B7F0-83FFBA2159AA}" sibTransId="{807E1A0C-067D-4BBD-B6FE-177325CC7A25}"/>
    <dgm:cxn modelId="{0A55CFB5-B0C2-42D2-8281-927D5B091AE3}" type="presOf" srcId="{1E79208C-2FA7-4051-A399-CA2DBD94B606}" destId="{AA37D4C9-9522-4252-BE50-22B6C2634328}" srcOrd="0" destOrd="0" presId="urn:microsoft.com/office/officeart/2005/8/layout/vList2"/>
    <dgm:cxn modelId="{901F2CC8-EF33-4199-BAE9-AC57D6467EAF}" srcId="{3C98C77D-DA8C-4539-86BB-02FC825444A0}" destId="{95A7DEC7-E7D2-4375-A31C-E19FAD0CB191}" srcOrd="2" destOrd="0" parTransId="{9DBC5829-60FB-4D21-998B-E31DB0D7B8C2}" sibTransId="{712AB672-6531-45D3-A98B-9C93125B096A}"/>
    <dgm:cxn modelId="{F1EB6164-5FDA-4B20-8172-90B85790F716}" type="presParOf" srcId="{21E8624A-362B-4C83-807A-8FDEB28B44D5}" destId="{F8C49123-C969-48D7-B743-B7DF689F8E2E}" srcOrd="0" destOrd="0" presId="urn:microsoft.com/office/officeart/2005/8/layout/vList2"/>
    <dgm:cxn modelId="{A1C3D6CB-0EEB-45C9-A479-3F9B42338BEC}" type="presParOf" srcId="{21E8624A-362B-4C83-807A-8FDEB28B44D5}" destId="{D158F104-79DF-420E-A1AD-F23EEE7E6EE0}" srcOrd="1" destOrd="0" presId="urn:microsoft.com/office/officeart/2005/8/layout/vList2"/>
    <dgm:cxn modelId="{71080E9D-1981-4B6E-98CF-8A7A7DA9912B}" type="presParOf" srcId="{21E8624A-362B-4C83-807A-8FDEB28B44D5}" destId="{2FE69561-4199-416B-B0CA-3B1344346573}" srcOrd="2" destOrd="0" presId="urn:microsoft.com/office/officeart/2005/8/layout/vList2"/>
    <dgm:cxn modelId="{A51140F5-3DDF-4571-AB4D-E51ACF3675F7}" type="presParOf" srcId="{21E8624A-362B-4C83-807A-8FDEB28B44D5}" destId="{00B12A75-777F-4EE2-A2E3-D85FB58DFC53}" srcOrd="3" destOrd="0" presId="urn:microsoft.com/office/officeart/2005/8/layout/vList2"/>
    <dgm:cxn modelId="{9D0E4456-DA9C-4027-A243-BE1AB4D6DAD4}" type="presParOf" srcId="{21E8624A-362B-4C83-807A-8FDEB28B44D5}" destId="{8B4D85E9-6DE8-45BE-B119-A52340948618}" srcOrd="4" destOrd="0" presId="urn:microsoft.com/office/officeart/2005/8/layout/vList2"/>
    <dgm:cxn modelId="{3587E405-62A3-4473-A122-2E10F9A88B07}" type="presParOf" srcId="{21E8624A-362B-4C83-807A-8FDEB28B44D5}" destId="{5CAEEACD-C50C-4B15-8EBB-94CFE60E3E6E}" srcOrd="5" destOrd="0" presId="urn:microsoft.com/office/officeart/2005/8/layout/vList2"/>
    <dgm:cxn modelId="{004CD598-6771-4F4F-AC2E-ABCCAFA9787C}" type="presParOf" srcId="{21E8624A-362B-4C83-807A-8FDEB28B44D5}" destId="{AA37D4C9-9522-4252-BE50-22B6C2634328}" srcOrd="6" destOrd="0" presId="urn:microsoft.com/office/officeart/2005/8/layout/vList2"/>
    <dgm:cxn modelId="{DB133413-CDA3-4C0E-94D3-B641CA4B54B5}" type="presParOf" srcId="{21E8624A-362B-4C83-807A-8FDEB28B44D5}" destId="{8522B712-0EAE-4831-8765-B69B36C128D7}" srcOrd="7" destOrd="0" presId="urn:microsoft.com/office/officeart/2005/8/layout/vList2"/>
    <dgm:cxn modelId="{9D8C6572-8F31-4F85-8E7A-F276E63334C9}" type="presParOf" srcId="{21E8624A-362B-4C83-807A-8FDEB28B44D5}" destId="{6FB2532F-CA8B-443E-A570-AB2489F4A6D7}"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F9D222-438A-4594-BCAF-C357EC335C86}"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9B2F7770-25B6-4663-B9C0-0431F43FB297}">
      <dgm:prSet/>
      <dgm:spPr/>
      <dgm:t>
        <a:bodyPr/>
        <a:lstStyle/>
        <a:p>
          <a:pPr>
            <a:lnSpc>
              <a:spcPct val="100000"/>
            </a:lnSpc>
          </a:pPr>
          <a:r>
            <a:rPr lang="en-US" dirty="0"/>
            <a:t>My path wasn’t linear and failure was an excellent teacher</a:t>
          </a:r>
        </a:p>
      </dgm:t>
    </dgm:pt>
    <dgm:pt modelId="{89C4551C-02E6-4A8A-B9F6-473C5F3B0018}" type="parTrans" cxnId="{23C3E169-C98E-461B-9C76-8D08D468D630}">
      <dgm:prSet/>
      <dgm:spPr/>
      <dgm:t>
        <a:bodyPr/>
        <a:lstStyle/>
        <a:p>
          <a:endParaRPr lang="en-US"/>
        </a:p>
      </dgm:t>
    </dgm:pt>
    <dgm:pt modelId="{59ABF81B-1F4D-4E71-A4AF-067DE275B9D2}" type="sibTrans" cxnId="{23C3E169-C98E-461B-9C76-8D08D468D630}">
      <dgm:prSet/>
      <dgm:spPr/>
      <dgm:t>
        <a:bodyPr/>
        <a:lstStyle/>
        <a:p>
          <a:pPr>
            <a:lnSpc>
              <a:spcPct val="100000"/>
            </a:lnSpc>
          </a:pPr>
          <a:endParaRPr lang="en-US"/>
        </a:p>
      </dgm:t>
    </dgm:pt>
    <dgm:pt modelId="{E09E5E5A-0707-4C2D-A595-4E2B84C848A4}">
      <dgm:prSet/>
      <dgm:spPr/>
      <dgm:t>
        <a:bodyPr/>
        <a:lstStyle/>
        <a:p>
          <a:pPr>
            <a:lnSpc>
              <a:spcPct val="100000"/>
            </a:lnSpc>
          </a:pPr>
          <a:r>
            <a:rPr lang="en-US" dirty="0"/>
            <a:t>Started at Enterprise Rent a Car and moved into Commercial Real Estate</a:t>
          </a:r>
        </a:p>
      </dgm:t>
    </dgm:pt>
    <dgm:pt modelId="{5E7392DC-BC19-47B5-976F-1606E5EE5683}" type="parTrans" cxnId="{FCC5C088-AF8C-437B-8403-A88DE9EAA173}">
      <dgm:prSet/>
      <dgm:spPr/>
      <dgm:t>
        <a:bodyPr/>
        <a:lstStyle/>
        <a:p>
          <a:endParaRPr lang="en-US"/>
        </a:p>
      </dgm:t>
    </dgm:pt>
    <dgm:pt modelId="{DBF8688F-355A-4AEE-A25F-17E67E3CE8A0}" type="sibTrans" cxnId="{FCC5C088-AF8C-437B-8403-A88DE9EAA173}">
      <dgm:prSet/>
      <dgm:spPr/>
      <dgm:t>
        <a:bodyPr/>
        <a:lstStyle/>
        <a:p>
          <a:pPr>
            <a:lnSpc>
              <a:spcPct val="100000"/>
            </a:lnSpc>
          </a:pPr>
          <a:endParaRPr lang="en-US"/>
        </a:p>
      </dgm:t>
    </dgm:pt>
    <dgm:pt modelId="{5C805182-29B1-4021-ACE5-6501A2A2631C}">
      <dgm:prSet/>
      <dgm:spPr/>
      <dgm:t>
        <a:bodyPr/>
        <a:lstStyle/>
        <a:p>
          <a:pPr>
            <a:lnSpc>
              <a:spcPct val="100000"/>
            </a:lnSpc>
          </a:pPr>
          <a:r>
            <a:rPr lang="en-US" dirty="0"/>
            <a:t>Failed as a high-level leasing Executive at </a:t>
          </a:r>
          <a:r>
            <a:rPr lang="en-US"/>
            <a:t>Taubman Company </a:t>
          </a:r>
          <a:endParaRPr lang="en-US" dirty="0"/>
        </a:p>
      </dgm:t>
    </dgm:pt>
    <dgm:pt modelId="{7A1344C4-4B9C-4B81-AF28-B5A0B2F4B6BB}" type="parTrans" cxnId="{697B1875-27D4-418F-8165-EE31A0FE09E4}">
      <dgm:prSet/>
      <dgm:spPr/>
      <dgm:t>
        <a:bodyPr/>
        <a:lstStyle/>
        <a:p>
          <a:endParaRPr lang="en-US"/>
        </a:p>
      </dgm:t>
    </dgm:pt>
    <dgm:pt modelId="{6304BDFB-0656-40E7-8CE8-7AB8C2842013}" type="sibTrans" cxnId="{697B1875-27D4-418F-8165-EE31A0FE09E4}">
      <dgm:prSet/>
      <dgm:spPr/>
      <dgm:t>
        <a:bodyPr/>
        <a:lstStyle/>
        <a:p>
          <a:pPr>
            <a:lnSpc>
              <a:spcPct val="100000"/>
            </a:lnSpc>
          </a:pPr>
          <a:endParaRPr lang="en-US"/>
        </a:p>
      </dgm:t>
    </dgm:pt>
    <dgm:pt modelId="{E74634E5-20C8-44DF-BB89-3D4DD6DD028A}">
      <dgm:prSet/>
      <dgm:spPr/>
      <dgm:t>
        <a:bodyPr/>
        <a:lstStyle/>
        <a:p>
          <a:pPr>
            <a:lnSpc>
              <a:spcPct val="100000"/>
            </a:lnSpc>
          </a:pPr>
          <a:r>
            <a:rPr lang="en-US" dirty="0"/>
            <a:t>• Was recruited into a Software Sales role at </a:t>
          </a:r>
          <a:r>
            <a:rPr lang="en-US" dirty="0" err="1"/>
            <a:t>iDashboards</a:t>
          </a:r>
          <a:r>
            <a:rPr lang="en-US" dirty="0"/>
            <a:t>.  Used the same intense work ethic but added curiosity (not just working harder, but also smarter)</a:t>
          </a:r>
        </a:p>
      </dgm:t>
    </dgm:pt>
    <dgm:pt modelId="{F47D248F-1AEA-4F4A-BD09-B200679FA580}" type="parTrans" cxnId="{328E04FF-A42A-4325-9423-813D25FD5641}">
      <dgm:prSet/>
      <dgm:spPr/>
      <dgm:t>
        <a:bodyPr/>
        <a:lstStyle/>
        <a:p>
          <a:endParaRPr lang="en-US"/>
        </a:p>
      </dgm:t>
    </dgm:pt>
    <dgm:pt modelId="{D845D26F-5BC0-41E9-94FA-6DF2FE01358D}" type="sibTrans" cxnId="{328E04FF-A42A-4325-9423-813D25FD5641}">
      <dgm:prSet/>
      <dgm:spPr/>
      <dgm:t>
        <a:bodyPr/>
        <a:lstStyle/>
        <a:p>
          <a:pPr>
            <a:lnSpc>
              <a:spcPct val="100000"/>
            </a:lnSpc>
          </a:pPr>
          <a:endParaRPr lang="en-US"/>
        </a:p>
      </dgm:t>
    </dgm:pt>
    <dgm:pt modelId="{FE358AB1-E339-4153-9059-5207223832ED}">
      <dgm:prSet/>
      <dgm:spPr/>
      <dgm:t>
        <a:bodyPr/>
        <a:lstStyle/>
        <a:p>
          <a:pPr>
            <a:lnSpc>
              <a:spcPct val="100000"/>
            </a:lnSpc>
          </a:pPr>
          <a:r>
            <a:rPr lang="en-US" dirty="0"/>
            <a:t>• Came to Evisions and hit the ground running as a successful Account Executive</a:t>
          </a:r>
        </a:p>
      </dgm:t>
    </dgm:pt>
    <dgm:pt modelId="{C385ADCA-8866-4D3F-8AF4-CDFC45816F1A}" type="parTrans" cxnId="{8E9C8411-D7E7-494E-8B36-A41FB83C0EBA}">
      <dgm:prSet/>
      <dgm:spPr/>
      <dgm:t>
        <a:bodyPr/>
        <a:lstStyle/>
        <a:p>
          <a:endParaRPr lang="en-US"/>
        </a:p>
      </dgm:t>
    </dgm:pt>
    <dgm:pt modelId="{A513DDB5-B878-45F2-87E0-A644AA4F3738}" type="sibTrans" cxnId="{8E9C8411-D7E7-494E-8B36-A41FB83C0EBA}">
      <dgm:prSet/>
      <dgm:spPr/>
      <dgm:t>
        <a:bodyPr/>
        <a:lstStyle/>
        <a:p>
          <a:pPr>
            <a:lnSpc>
              <a:spcPct val="100000"/>
            </a:lnSpc>
          </a:pPr>
          <a:endParaRPr lang="en-US"/>
        </a:p>
      </dgm:t>
    </dgm:pt>
    <dgm:pt modelId="{C84075AB-028A-4880-8806-DE14D501BE9F}">
      <dgm:prSet phldrT="[Text]" phldr="0"/>
      <dgm:spPr/>
      <dgm:t>
        <a:bodyPr/>
        <a:lstStyle/>
        <a:p>
          <a:pPr>
            <a:lnSpc>
              <a:spcPct val="100000"/>
            </a:lnSpc>
          </a:pPr>
          <a:r>
            <a:rPr lang="en-US" dirty="0"/>
            <a:t>Grinded as a highly disciplined sales rep and broke the Michigan record for most Toshiba copiers sold in anyone’s first year (hundreds of reps)</a:t>
          </a:r>
        </a:p>
      </dgm:t>
    </dgm:pt>
    <dgm:pt modelId="{5B3ED871-A29B-44AB-A61D-473484E6A6AB}" type="parTrans" cxnId="{7E58937D-B9DF-48DA-BE06-EC70BEFE7428}">
      <dgm:prSet/>
      <dgm:spPr/>
      <dgm:t>
        <a:bodyPr/>
        <a:lstStyle/>
        <a:p>
          <a:endParaRPr lang="en-US"/>
        </a:p>
      </dgm:t>
    </dgm:pt>
    <dgm:pt modelId="{34DD78C7-4DB1-4AEB-85BD-1B306062BF93}" type="sibTrans" cxnId="{7E58937D-B9DF-48DA-BE06-EC70BEFE7428}">
      <dgm:prSet/>
      <dgm:spPr/>
      <dgm:t>
        <a:bodyPr/>
        <a:lstStyle/>
        <a:p>
          <a:pPr>
            <a:lnSpc>
              <a:spcPct val="100000"/>
            </a:lnSpc>
          </a:pPr>
          <a:endParaRPr lang="en-US"/>
        </a:p>
      </dgm:t>
    </dgm:pt>
    <dgm:pt modelId="{361001ED-0A05-4D9B-8B3C-1E2C8D3A25DC}">
      <dgm:prSet phldrT="[Text]" phldr="0"/>
      <dgm:spPr/>
      <dgm:t>
        <a:bodyPr/>
        <a:lstStyle/>
        <a:p>
          <a:pPr>
            <a:lnSpc>
              <a:spcPct val="100000"/>
            </a:lnSpc>
          </a:pPr>
          <a:r>
            <a:rPr lang="en-US" dirty="0"/>
            <a:t>Went from Mid Six Figure Executive leasing role at 28 at Taubman to literally selling copier machines on 8 Mile road in Detroit</a:t>
          </a:r>
        </a:p>
      </dgm:t>
    </dgm:pt>
    <dgm:pt modelId="{C4FB8DF2-F7CE-49BF-BD91-ADEFA0E88007}" type="parTrans" cxnId="{6717BDAA-6C36-47F6-8F8D-1F3BDA4B4B4F}">
      <dgm:prSet/>
      <dgm:spPr/>
      <dgm:t>
        <a:bodyPr/>
        <a:lstStyle/>
        <a:p>
          <a:endParaRPr lang="en-US"/>
        </a:p>
      </dgm:t>
    </dgm:pt>
    <dgm:pt modelId="{4FFDB92C-D0EA-4709-BAF8-F9BFF9D7018E}" type="sibTrans" cxnId="{6717BDAA-6C36-47F6-8F8D-1F3BDA4B4B4F}">
      <dgm:prSet/>
      <dgm:spPr/>
      <dgm:t>
        <a:bodyPr/>
        <a:lstStyle/>
        <a:p>
          <a:pPr>
            <a:lnSpc>
              <a:spcPct val="100000"/>
            </a:lnSpc>
          </a:pPr>
          <a:endParaRPr lang="en-US"/>
        </a:p>
      </dgm:t>
    </dgm:pt>
    <dgm:pt modelId="{EE0585BF-20FB-4263-801A-85B491C39D89}">
      <dgm:prSet phldrT="[Text]" phldr="0"/>
      <dgm:spPr/>
      <dgm:t>
        <a:bodyPr/>
        <a:lstStyle/>
        <a:p>
          <a:pPr>
            <a:lnSpc>
              <a:spcPct val="100000"/>
            </a:lnSpc>
          </a:pPr>
          <a:r>
            <a:rPr lang="en-US" dirty="0"/>
            <a:t>In 2017 I earned the opportunity to lead the sales team as Vice President of Sales (but this time I dedicated myself to being a servant leader that put the team first vs. my own ambitions)</a:t>
          </a:r>
        </a:p>
      </dgm:t>
    </dgm:pt>
    <dgm:pt modelId="{7B1D44E3-9CD0-4E2E-92AB-F076BB9C9424}" type="parTrans" cxnId="{A3D90B90-2E19-4310-97B3-F5787172C16D}">
      <dgm:prSet/>
      <dgm:spPr/>
      <dgm:t>
        <a:bodyPr/>
        <a:lstStyle/>
        <a:p>
          <a:endParaRPr lang="en-US"/>
        </a:p>
      </dgm:t>
    </dgm:pt>
    <dgm:pt modelId="{C378445A-5297-46B1-94E9-26DA2E020DBD}" type="sibTrans" cxnId="{A3D90B90-2E19-4310-97B3-F5787172C16D}">
      <dgm:prSet/>
      <dgm:spPr/>
      <dgm:t>
        <a:bodyPr/>
        <a:lstStyle/>
        <a:p>
          <a:pPr>
            <a:lnSpc>
              <a:spcPct val="100000"/>
            </a:lnSpc>
          </a:pPr>
          <a:endParaRPr lang="en-US"/>
        </a:p>
      </dgm:t>
    </dgm:pt>
    <dgm:pt modelId="{B75ABE26-9CDE-4409-9C9C-697F5E4E150E}">
      <dgm:prSet phldrT="[Text]" phldr="0"/>
      <dgm:spPr/>
      <dgm:t>
        <a:bodyPr/>
        <a:lstStyle/>
        <a:p>
          <a:pPr>
            <a:lnSpc>
              <a:spcPct val="100000"/>
            </a:lnSpc>
          </a:pPr>
          <a:r>
            <a:rPr lang="en-US" dirty="0"/>
            <a:t>That led to eventually becoming VP of Sales &amp; Marketing which led to earning the role of Chief Revenue Officer in 2021</a:t>
          </a:r>
        </a:p>
      </dgm:t>
    </dgm:pt>
    <dgm:pt modelId="{78936152-770C-49F0-9ADE-6182DA83EA38}" type="parTrans" cxnId="{642C5472-357C-4EF7-B02F-B1BA5E84B9BB}">
      <dgm:prSet/>
      <dgm:spPr/>
      <dgm:t>
        <a:bodyPr/>
        <a:lstStyle/>
        <a:p>
          <a:endParaRPr lang="en-US"/>
        </a:p>
      </dgm:t>
    </dgm:pt>
    <dgm:pt modelId="{61EA84E9-0D30-4D4C-9A90-4A05F3A3CE30}" type="sibTrans" cxnId="{642C5472-357C-4EF7-B02F-B1BA5E84B9BB}">
      <dgm:prSet/>
      <dgm:spPr/>
      <dgm:t>
        <a:bodyPr/>
        <a:lstStyle/>
        <a:p>
          <a:endParaRPr lang="en-US"/>
        </a:p>
      </dgm:t>
    </dgm:pt>
    <dgm:pt modelId="{576F2895-C557-4F3A-83E2-448236965053}" type="pres">
      <dgm:prSet presAssocID="{1DF9D222-438A-4594-BCAF-C357EC335C86}" presName="root" presStyleCnt="0">
        <dgm:presLayoutVars>
          <dgm:dir/>
          <dgm:resizeHandles val="exact"/>
        </dgm:presLayoutVars>
      </dgm:prSet>
      <dgm:spPr/>
    </dgm:pt>
    <dgm:pt modelId="{5F665D5A-4C0A-45E9-B356-CBEA2D30B9EA}" type="pres">
      <dgm:prSet presAssocID="{1DF9D222-438A-4594-BCAF-C357EC335C86}" presName="container" presStyleCnt="0">
        <dgm:presLayoutVars>
          <dgm:dir/>
          <dgm:resizeHandles val="exact"/>
        </dgm:presLayoutVars>
      </dgm:prSet>
      <dgm:spPr/>
    </dgm:pt>
    <dgm:pt modelId="{25102597-BD7D-44EC-949E-54C8973990FB}" type="pres">
      <dgm:prSet presAssocID="{9B2F7770-25B6-4663-B9C0-0431F43FB297}" presName="compNode" presStyleCnt="0"/>
      <dgm:spPr/>
    </dgm:pt>
    <dgm:pt modelId="{0A5FE6B0-E3C2-460A-8E6E-5A0280595AE8}" type="pres">
      <dgm:prSet presAssocID="{9B2F7770-25B6-4663-B9C0-0431F43FB297}" presName="iconBgRect" presStyleLbl="bgShp" presStyleIdx="0" presStyleCnt="9"/>
      <dgm:spPr/>
    </dgm:pt>
    <dgm:pt modelId="{CBA1FCDE-72C2-475F-83C0-A12EC409C896}" type="pres">
      <dgm:prSet presAssocID="{9B2F7770-25B6-4663-B9C0-0431F43FB297}" presName="iconRect" presStyleLbl="node1" presStyleIdx="0" presStyleCnt="9"/>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rawing Compass"/>
        </a:ext>
      </dgm:extLst>
    </dgm:pt>
    <dgm:pt modelId="{9A188FFE-6EBB-4E5B-AB59-615BC63F51E8}" type="pres">
      <dgm:prSet presAssocID="{9B2F7770-25B6-4663-B9C0-0431F43FB297}" presName="spaceRect" presStyleCnt="0"/>
      <dgm:spPr/>
    </dgm:pt>
    <dgm:pt modelId="{87957148-01F3-43C0-9AC6-6A9484FDCC96}" type="pres">
      <dgm:prSet presAssocID="{9B2F7770-25B6-4663-B9C0-0431F43FB297}" presName="textRect" presStyleLbl="revTx" presStyleIdx="0" presStyleCnt="9">
        <dgm:presLayoutVars>
          <dgm:chMax val="1"/>
          <dgm:chPref val="1"/>
        </dgm:presLayoutVars>
      </dgm:prSet>
      <dgm:spPr/>
    </dgm:pt>
    <dgm:pt modelId="{8FAD76B8-8141-4B71-AE7C-D45EC5341CA8}" type="pres">
      <dgm:prSet presAssocID="{59ABF81B-1F4D-4E71-A4AF-067DE275B9D2}" presName="sibTrans" presStyleLbl="sibTrans2D1" presStyleIdx="0" presStyleCnt="0"/>
      <dgm:spPr/>
    </dgm:pt>
    <dgm:pt modelId="{2F787450-A13C-41E9-A956-1DFFE85A6AD8}" type="pres">
      <dgm:prSet presAssocID="{E09E5E5A-0707-4C2D-A595-4E2B84C848A4}" presName="compNode" presStyleCnt="0"/>
      <dgm:spPr/>
    </dgm:pt>
    <dgm:pt modelId="{388053D6-56DD-49AC-84C0-A9CB1C73F3BA}" type="pres">
      <dgm:prSet presAssocID="{E09E5E5A-0707-4C2D-A595-4E2B84C848A4}" presName="iconBgRect" presStyleLbl="bgShp" presStyleIdx="1" presStyleCnt="9"/>
      <dgm:spPr/>
    </dgm:pt>
    <dgm:pt modelId="{4BF615DE-0717-40E1-88BD-535BFC7767F1}" type="pres">
      <dgm:prSet presAssocID="{E09E5E5A-0707-4C2D-A595-4E2B84C848A4}" presName="iconRect" presStyleLbl="node1" presStyleIdx="1" presStyleCnt="9"/>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CA1A19F4-1CD7-4C29-B062-3F7F84A41E86}" type="pres">
      <dgm:prSet presAssocID="{E09E5E5A-0707-4C2D-A595-4E2B84C848A4}" presName="spaceRect" presStyleCnt="0"/>
      <dgm:spPr/>
    </dgm:pt>
    <dgm:pt modelId="{6E605A1C-A989-42B7-AA3D-7DD9863B4004}" type="pres">
      <dgm:prSet presAssocID="{E09E5E5A-0707-4C2D-A595-4E2B84C848A4}" presName="textRect" presStyleLbl="revTx" presStyleIdx="1" presStyleCnt="9">
        <dgm:presLayoutVars>
          <dgm:chMax val="1"/>
          <dgm:chPref val="1"/>
        </dgm:presLayoutVars>
      </dgm:prSet>
      <dgm:spPr/>
    </dgm:pt>
    <dgm:pt modelId="{7D622301-242C-4B56-90CD-B54547B4B196}" type="pres">
      <dgm:prSet presAssocID="{DBF8688F-355A-4AEE-A25F-17E67E3CE8A0}" presName="sibTrans" presStyleLbl="sibTrans2D1" presStyleIdx="0" presStyleCnt="0"/>
      <dgm:spPr/>
    </dgm:pt>
    <dgm:pt modelId="{2E672071-2F6A-408A-92EB-B9E50C577859}" type="pres">
      <dgm:prSet presAssocID="{5C805182-29B1-4021-ACE5-6501A2A2631C}" presName="compNode" presStyleCnt="0"/>
      <dgm:spPr/>
    </dgm:pt>
    <dgm:pt modelId="{01AB6063-AB01-4310-9825-DE1FA62EDC56}" type="pres">
      <dgm:prSet presAssocID="{5C805182-29B1-4021-ACE5-6501A2A2631C}" presName="iconBgRect" presStyleLbl="bgShp" presStyleIdx="2" presStyleCnt="9"/>
      <dgm:spPr/>
    </dgm:pt>
    <dgm:pt modelId="{70432825-FB6A-4A94-A26B-905628BBA90E}" type="pres">
      <dgm:prSet presAssocID="{5C805182-29B1-4021-ACE5-6501A2A2631C}" presName="iconRect" presStyleLbl="node1" presStyleIdx="2" presStyleCnt="9"/>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Lecturer"/>
        </a:ext>
      </dgm:extLst>
    </dgm:pt>
    <dgm:pt modelId="{14F905DA-1E66-45DC-AEA0-46D2D87089D9}" type="pres">
      <dgm:prSet presAssocID="{5C805182-29B1-4021-ACE5-6501A2A2631C}" presName="spaceRect" presStyleCnt="0"/>
      <dgm:spPr/>
    </dgm:pt>
    <dgm:pt modelId="{0ABBC29B-8ADA-418C-ADF7-93DAB0301A4E}" type="pres">
      <dgm:prSet presAssocID="{5C805182-29B1-4021-ACE5-6501A2A2631C}" presName="textRect" presStyleLbl="revTx" presStyleIdx="2" presStyleCnt="9">
        <dgm:presLayoutVars>
          <dgm:chMax val="1"/>
          <dgm:chPref val="1"/>
        </dgm:presLayoutVars>
      </dgm:prSet>
      <dgm:spPr/>
    </dgm:pt>
    <dgm:pt modelId="{9380CAC8-D4C1-4E39-B6E0-BA42CABEADF1}" type="pres">
      <dgm:prSet presAssocID="{6304BDFB-0656-40E7-8CE8-7AB8C2842013}" presName="sibTrans" presStyleLbl="sibTrans2D1" presStyleIdx="0" presStyleCnt="0"/>
      <dgm:spPr/>
    </dgm:pt>
    <dgm:pt modelId="{C39ACF2D-4BF7-4097-A5CF-8234C8704DB8}" type="pres">
      <dgm:prSet presAssocID="{361001ED-0A05-4D9B-8B3C-1E2C8D3A25DC}" presName="compNode" presStyleCnt="0"/>
      <dgm:spPr/>
    </dgm:pt>
    <dgm:pt modelId="{B958751E-2AC5-4677-B19E-5344818D5377}" type="pres">
      <dgm:prSet presAssocID="{361001ED-0A05-4D9B-8B3C-1E2C8D3A25DC}" presName="iconBgRect" presStyleLbl="bgShp" presStyleIdx="3" presStyleCnt="9"/>
      <dgm:spPr/>
    </dgm:pt>
    <dgm:pt modelId="{30368E05-BB56-4B23-8E98-0034F2C3D9C0}" type="pres">
      <dgm:prSet presAssocID="{361001ED-0A05-4D9B-8B3C-1E2C8D3A25DC}" presName="iconRect" presStyleLbl="node1" presStyleIdx="3" presStyleCnt="9"/>
      <dgm:spPr/>
    </dgm:pt>
    <dgm:pt modelId="{6DEC6577-E1D0-4E9D-8C7C-CA055C8F31C1}" type="pres">
      <dgm:prSet presAssocID="{361001ED-0A05-4D9B-8B3C-1E2C8D3A25DC}" presName="spaceRect" presStyleCnt="0"/>
      <dgm:spPr/>
    </dgm:pt>
    <dgm:pt modelId="{CE169EBD-9C62-40E4-A63D-1DAACC28A8C2}" type="pres">
      <dgm:prSet presAssocID="{361001ED-0A05-4D9B-8B3C-1E2C8D3A25DC}" presName="textRect" presStyleLbl="revTx" presStyleIdx="3" presStyleCnt="9">
        <dgm:presLayoutVars>
          <dgm:chMax val="1"/>
          <dgm:chPref val="1"/>
        </dgm:presLayoutVars>
      </dgm:prSet>
      <dgm:spPr/>
    </dgm:pt>
    <dgm:pt modelId="{94C8DB6B-8784-43E3-BBE2-76F0E7BD1EB6}" type="pres">
      <dgm:prSet presAssocID="{4FFDB92C-D0EA-4709-BAF8-F9BFF9D7018E}" presName="sibTrans" presStyleLbl="sibTrans2D1" presStyleIdx="0" presStyleCnt="0"/>
      <dgm:spPr/>
    </dgm:pt>
    <dgm:pt modelId="{7E391A63-F7BC-4570-81ED-AADFF28B3D93}" type="pres">
      <dgm:prSet presAssocID="{C84075AB-028A-4880-8806-DE14D501BE9F}" presName="compNode" presStyleCnt="0"/>
      <dgm:spPr/>
    </dgm:pt>
    <dgm:pt modelId="{C5847D5A-FBFF-4254-833E-71A9753A0D3D}" type="pres">
      <dgm:prSet presAssocID="{C84075AB-028A-4880-8806-DE14D501BE9F}" presName="iconBgRect" presStyleLbl="bgShp" presStyleIdx="4" presStyleCnt="9"/>
      <dgm:spPr/>
    </dgm:pt>
    <dgm:pt modelId="{BE6E935F-6280-41E2-83A9-4798310A936B}" type="pres">
      <dgm:prSet presAssocID="{C84075AB-028A-4880-8806-DE14D501BE9F}" presName="iconRect" presStyleLbl="node1" presStyleIdx="4" presStyleCnt="9"/>
      <dgm:spPr/>
    </dgm:pt>
    <dgm:pt modelId="{CA433E4D-251E-485D-B734-D99852ED3B77}" type="pres">
      <dgm:prSet presAssocID="{C84075AB-028A-4880-8806-DE14D501BE9F}" presName="spaceRect" presStyleCnt="0"/>
      <dgm:spPr/>
    </dgm:pt>
    <dgm:pt modelId="{1533290B-E1B4-4FEC-9A50-705A1101EB73}" type="pres">
      <dgm:prSet presAssocID="{C84075AB-028A-4880-8806-DE14D501BE9F}" presName="textRect" presStyleLbl="revTx" presStyleIdx="4" presStyleCnt="9">
        <dgm:presLayoutVars>
          <dgm:chMax val="1"/>
          <dgm:chPref val="1"/>
        </dgm:presLayoutVars>
      </dgm:prSet>
      <dgm:spPr/>
    </dgm:pt>
    <dgm:pt modelId="{47C4922F-13C8-4745-807F-6237193E160B}" type="pres">
      <dgm:prSet presAssocID="{34DD78C7-4DB1-4AEB-85BD-1B306062BF93}" presName="sibTrans" presStyleLbl="sibTrans2D1" presStyleIdx="0" presStyleCnt="0"/>
      <dgm:spPr/>
    </dgm:pt>
    <dgm:pt modelId="{34D09401-1E8A-4144-B915-415673422F8B}" type="pres">
      <dgm:prSet presAssocID="{E74634E5-20C8-44DF-BB89-3D4DD6DD028A}" presName="compNode" presStyleCnt="0"/>
      <dgm:spPr/>
    </dgm:pt>
    <dgm:pt modelId="{B2E0D0BB-5EC0-4892-8CFF-8D707E0A32C5}" type="pres">
      <dgm:prSet presAssocID="{E74634E5-20C8-44DF-BB89-3D4DD6DD028A}" presName="iconBgRect" presStyleLbl="bgShp" presStyleIdx="5" presStyleCnt="9"/>
      <dgm:spPr/>
    </dgm:pt>
    <dgm:pt modelId="{1C84079E-0905-4AA4-B016-D643E305FC6E}" type="pres">
      <dgm:prSet presAssocID="{E74634E5-20C8-44DF-BB89-3D4DD6DD028A}" presName="iconRect" presStyleLbl="node1" presStyleIdx="5" presStyleCnt="9"/>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0AC44029-C39C-4008-A9D7-9052E5E5F7B1}" type="pres">
      <dgm:prSet presAssocID="{E74634E5-20C8-44DF-BB89-3D4DD6DD028A}" presName="spaceRect" presStyleCnt="0"/>
      <dgm:spPr/>
    </dgm:pt>
    <dgm:pt modelId="{2D843377-A7EC-44E4-A5BD-6A1BEB42D272}" type="pres">
      <dgm:prSet presAssocID="{E74634E5-20C8-44DF-BB89-3D4DD6DD028A}" presName="textRect" presStyleLbl="revTx" presStyleIdx="5" presStyleCnt="9">
        <dgm:presLayoutVars>
          <dgm:chMax val="1"/>
          <dgm:chPref val="1"/>
        </dgm:presLayoutVars>
      </dgm:prSet>
      <dgm:spPr/>
    </dgm:pt>
    <dgm:pt modelId="{62E3EA4D-D543-417A-860C-0101126E7A0B}" type="pres">
      <dgm:prSet presAssocID="{D845D26F-5BC0-41E9-94FA-6DF2FE01358D}" presName="sibTrans" presStyleLbl="sibTrans2D1" presStyleIdx="0" presStyleCnt="0"/>
      <dgm:spPr/>
    </dgm:pt>
    <dgm:pt modelId="{C8BDBA0A-FB66-4184-ABF4-2C718AF796B5}" type="pres">
      <dgm:prSet presAssocID="{FE358AB1-E339-4153-9059-5207223832ED}" presName="compNode" presStyleCnt="0"/>
      <dgm:spPr/>
    </dgm:pt>
    <dgm:pt modelId="{D4F23B55-39FD-438D-867B-14959D7ECD7D}" type="pres">
      <dgm:prSet presAssocID="{FE358AB1-E339-4153-9059-5207223832ED}" presName="iconBgRect" presStyleLbl="bgShp" presStyleIdx="6" presStyleCnt="9"/>
      <dgm:spPr/>
    </dgm:pt>
    <dgm:pt modelId="{15F70B12-83DD-4C28-981C-AC9AC3522D87}" type="pres">
      <dgm:prSet presAssocID="{FE358AB1-E339-4153-9059-5207223832ED}" presName="iconRect" presStyleLbl="node1" presStyleIdx="6" presStyleCnt="9"/>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Marketing"/>
        </a:ext>
      </dgm:extLst>
    </dgm:pt>
    <dgm:pt modelId="{BD3D2B30-E365-4ED3-8FFA-8E5610ADDDC7}" type="pres">
      <dgm:prSet presAssocID="{FE358AB1-E339-4153-9059-5207223832ED}" presName="spaceRect" presStyleCnt="0"/>
      <dgm:spPr/>
    </dgm:pt>
    <dgm:pt modelId="{E4F8D242-D947-44C0-86AE-BA30D2E0BCFC}" type="pres">
      <dgm:prSet presAssocID="{FE358AB1-E339-4153-9059-5207223832ED}" presName="textRect" presStyleLbl="revTx" presStyleIdx="6" presStyleCnt="9">
        <dgm:presLayoutVars>
          <dgm:chMax val="1"/>
          <dgm:chPref val="1"/>
        </dgm:presLayoutVars>
      </dgm:prSet>
      <dgm:spPr/>
    </dgm:pt>
    <dgm:pt modelId="{5F58088E-B99E-4894-A0BD-EC32A2FE131D}" type="pres">
      <dgm:prSet presAssocID="{A513DDB5-B878-45F2-87E0-A644AA4F3738}" presName="sibTrans" presStyleLbl="sibTrans2D1" presStyleIdx="0" presStyleCnt="0"/>
      <dgm:spPr/>
    </dgm:pt>
    <dgm:pt modelId="{71C7CE4B-292C-4B83-841A-A8D7277B8944}" type="pres">
      <dgm:prSet presAssocID="{EE0585BF-20FB-4263-801A-85B491C39D89}" presName="compNode" presStyleCnt="0"/>
      <dgm:spPr/>
    </dgm:pt>
    <dgm:pt modelId="{60F96218-C13A-4477-8918-B14B05FEA153}" type="pres">
      <dgm:prSet presAssocID="{EE0585BF-20FB-4263-801A-85B491C39D89}" presName="iconBgRect" presStyleLbl="bgShp" presStyleIdx="7" presStyleCnt="9"/>
      <dgm:spPr/>
    </dgm:pt>
    <dgm:pt modelId="{54B7DCFC-4387-40C0-AC2D-89679511C3FB}" type="pres">
      <dgm:prSet presAssocID="{EE0585BF-20FB-4263-801A-85B491C39D89}" presName="iconRect" presStyleLbl="node1" presStyleIdx="7" presStyleCnt="9"/>
      <dgm:spPr/>
    </dgm:pt>
    <dgm:pt modelId="{99B8900B-17B2-41AF-BEC1-D5CC249625F7}" type="pres">
      <dgm:prSet presAssocID="{EE0585BF-20FB-4263-801A-85B491C39D89}" presName="spaceRect" presStyleCnt="0"/>
      <dgm:spPr/>
    </dgm:pt>
    <dgm:pt modelId="{DE6F7E4C-3669-4B7E-B4C7-DF1FAFA7D167}" type="pres">
      <dgm:prSet presAssocID="{EE0585BF-20FB-4263-801A-85B491C39D89}" presName="textRect" presStyleLbl="revTx" presStyleIdx="7" presStyleCnt="9">
        <dgm:presLayoutVars>
          <dgm:chMax val="1"/>
          <dgm:chPref val="1"/>
        </dgm:presLayoutVars>
      </dgm:prSet>
      <dgm:spPr/>
    </dgm:pt>
    <dgm:pt modelId="{5457059D-5C99-4D41-86CB-596DC64EE845}" type="pres">
      <dgm:prSet presAssocID="{C378445A-5297-46B1-94E9-26DA2E020DBD}" presName="sibTrans" presStyleLbl="sibTrans2D1" presStyleIdx="0" presStyleCnt="0"/>
      <dgm:spPr/>
    </dgm:pt>
    <dgm:pt modelId="{C276A7CD-6374-485C-BB8C-DE88300F6CF8}" type="pres">
      <dgm:prSet presAssocID="{B75ABE26-9CDE-4409-9C9C-697F5E4E150E}" presName="compNode" presStyleCnt="0"/>
      <dgm:spPr/>
    </dgm:pt>
    <dgm:pt modelId="{60AFC073-EB73-4D4A-B218-B98A30C8D7E9}" type="pres">
      <dgm:prSet presAssocID="{B75ABE26-9CDE-4409-9C9C-697F5E4E150E}" presName="iconBgRect" presStyleLbl="bgShp" presStyleIdx="8" presStyleCnt="9"/>
      <dgm:spPr/>
    </dgm:pt>
    <dgm:pt modelId="{D6757153-9A35-4E3C-B01A-E33EBBB64197}" type="pres">
      <dgm:prSet presAssocID="{B75ABE26-9CDE-4409-9C9C-697F5E4E150E}" presName="iconRect" presStyleLbl="node1" presStyleIdx="8" presStyleCnt="9"/>
      <dgm:spPr/>
    </dgm:pt>
    <dgm:pt modelId="{732731F4-8833-4EC6-B2E9-2399443AF8DF}" type="pres">
      <dgm:prSet presAssocID="{B75ABE26-9CDE-4409-9C9C-697F5E4E150E}" presName="spaceRect" presStyleCnt="0"/>
      <dgm:spPr/>
    </dgm:pt>
    <dgm:pt modelId="{5DFFD214-B864-48D7-AF49-46E6CDB04E62}" type="pres">
      <dgm:prSet presAssocID="{B75ABE26-9CDE-4409-9C9C-697F5E4E150E}" presName="textRect" presStyleLbl="revTx" presStyleIdx="8" presStyleCnt="9">
        <dgm:presLayoutVars>
          <dgm:chMax val="1"/>
          <dgm:chPref val="1"/>
        </dgm:presLayoutVars>
      </dgm:prSet>
      <dgm:spPr/>
    </dgm:pt>
  </dgm:ptLst>
  <dgm:cxnLst>
    <dgm:cxn modelId="{8E9C8411-D7E7-494E-8B36-A41FB83C0EBA}" srcId="{1DF9D222-438A-4594-BCAF-C357EC335C86}" destId="{FE358AB1-E339-4153-9059-5207223832ED}" srcOrd="6" destOrd="0" parTransId="{C385ADCA-8866-4D3F-8AF4-CDFC45816F1A}" sibTransId="{A513DDB5-B878-45F2-87E0-A644AA4F3738}"/>
    <dgm:cxn modelId="{E08A3135-BEBC-4BA7-A9AD-8BECEA87343B}" type="presOf" srcId="{5C805182-29B1-4021-ACE5-6501A2A2631C}" destId="{0ABBC29B-8ADA-418C-ADF7-93DAB0301A4E}" srcOrd="0" destOrd="0" presId="urn:microsoft.com/office/officeart/2018/2/layout/IconCircleList"/>
    <dgm:cxn modelId="{7CB4BE5B-12B5-4DBE-9CF3-FE08881D0CEC}" type="presOf" srcId="{EE0585BF-20FB-4263-801A-85B491C39D89}" destId="{DE6F7E4C-3669-4B7E-B4C7-DF1FAFA7D167}" srcOrd="0" destOrd="0" presId="urn:microsoft.com/office/officeart/2018/2/layout/IconCircleList"/>
    <dgm:cxn modelId="{02929D69-AF6E-435A-9CDC-80EBE2B8A4C0}" type="presOf" srcId="{B75ABE26-9CDE-4409-9C9C-697F5E4E150E}" destId="{5DFFD214-B864-48D7-AF49-46E6CDB04E62}" srcOrd="0" destOrd="0" presId="urn:microsoft.com/office/officeart/2018/2/layout/IconCircleList"/>
    <dgm:cxn modelId="{23C3E169-C98E-461B-9C76-8D08D468D630}" srcId="{1DF9D222-438A-4594-BCAF-C357EC335C86}" destId="{9B2F7770-25B6-4663-B9C0-0431F43FB297}" srcOrd="0" destOrd="0" parTransId="{89C4551C-02E6-4A8A-B9F6-473C5F3B0018}" sibTransId="{59ABF81B-1F4D-4E71-A4AF-067DE275B9D2}"/>
    <dgm:cxn modelId="{47823B4A-BCA3-45BF-B39E-707A13983BFB}" type="presOf" srcId="{E74634E5-20C8-44DF-BB89-3D4DD6DD028A}" destId="{2D843377-A7EC-44E4-A5BD-6A1BEB42D272}" srcOrd="0" destOrd="0" presId="urn:microsoft.com/office/officeart/2018/2/layout/IconCircleList"/>
    <dgm:cxn modelId="{8FFF444A-0EA1-494C-9CDA-C4B97007ED06}" type="presOf" srcId="{34DD78C7-4DB1-4AEB-85BD-1B306062BF93}" destId="{47C4922F-13C8-4745-807F-6237193E160B}" srcOrd="0" destOrd="0" presId="urn:microsoft.com/office/officeart/2018/2/layout/IconCircleList"/>
    <dgm:cxn modelId="{4113346C-FBA0-49B0-8D00-9937C0747A44}" type="presOf" srcId="{D845D26F-5BC0-41E9-94FA-6DF2FE01358D}" destId="{62E3EA4D-D543-417A-860C-0101126E7A0B}" srcOrd="0" destOrd="0" presId="urn:microsoft.com/office/officeart/2018/2/layout/IconCircleList"/>
    <dgm:cxn modelId="{642C5472-357C-4EF7-B02F-B1BA5E84B9BB}" srcId="{1DF9D222-438A-4594-BCAF-C357EC335C86}" destId="{B75ABE26-9CDE-4409-9C9C-697F5E4E150E}" srcOrd="8" destOrd="0" parTransId="{78936152-770C-49F0-9ADE-6182DA83EA38}" sibTransId="{61EA84E9-0D30-4D4C-9A90-4A05F3A3CE30}"/>
    <dgm:cxn modelId="{5DAB2374-0C03-444B-BE85-4ABCED6CDBA6}" type="presOf" srcId="{A513DDB5-B878-45F2-87E0-A644AA4F3738}" destId="{5F58088E-B99E-4894-A0BD-EC32A2FE131D}" srcOrd="0" destOrd="0" presId="urn:microsoft.com/office/officeart/2018/2/layout/IconCircleList"/>
    <dgm:cxn modelId="{697B1875-27D4-418F-8165-EE31A0FE09E4}" srcId="{1DF9D222-438A-4594-BCAF-C357EC335C86}" destId="{5C805182-29B1-4021-ACE5-6501A2A2631C}" srcOrd="2" destOrd="0" parTransId="{7A1344C4-4B9C-4B81-AF28-B5A0B2F4B6BB}" sibTransId="{6304BDFB-0656-40E7-8CE8-7AB8C2842013}"/>
    <dgm:cxn modelId="{62987A56-F4EC-483D-9D16-09D25F7624FA}" type="presOf" srcId="{FE358AB1-E339-4153-9059-5207223832ED}" destId="{E4F8D242-D947-44C0-86AE-BA30D2E0BCFC}" srcOrd="0" destOrd="0" presId="urn:microsoft.com/office/officeart/2018/2/layout/IconCircleList"/>
    <dgm:cxn modelId="{48BCDC7B-FAF7-4555-90D2-63ED290E55A4}" type="presOf" srcId="{1DF9D222-438A-4594-BCAF-C357EC335C86}" destId="{576F2895-C557-4F3A-83E2-448236965053}" srcOrd="0" destOrd="0" presId="urn:microsoft.com/office/officeart/2018/2/layout/IconCircleList"/>
    <dgm:cxn modelId="{7E58937D-B9DF-48DA-BE06-EC70BEFE7428}" srcId="{1DF9D222-438A-4594-BCAF-C357EC335C86}" destId="{C84075AB-028A-4880-8806-DE14D501BE9F}" srcOrd="4" destOrd="0" parTransId="{5B3ED871-A29B-44AB-A61D-473484E6A6AB}" sibTransId="{34DD78C7-4DB1-4AEB-85BD-1B306062BF93}"/>
    <dgm:cxn modelId="{FCC5C088-AF8C-437B-8403-A88DE9EAA173}" srcId="{1DF9D222-438A-4594-BCAF-C357EC335C86}" destId="{E09E5E5A-0707-4C2D-A595-4E2B84C848A4}" srcOrd="1" destOrd="0" parTransId="{5E7392DC-BC19-47B5-976F-1606E5EE5683}" sibTransId="{DBF8688F-355A-4AEE-A25F-17E67E3CE8A0}"/>
    <dgm:cxn modelId="{FC5EAF8C-8F01-459A-81C9-1B89D9FFBB97}" type="presOf" srcId="{C84075AB-028A-4880-8806-DE14D501BE9F}" destId="{1533290B-E1B4-4FEC-9A50-705A1101EB73}" srcOrd="0" destOrd="0" presId="urn:microsoft.com/office/officeart/2018/2/layout/IconCircleList"/>
    <dgm:cxn modelId="{A3D90B90-2E19-4310-97B3-F5787172C16D}" srcId="{1DF9D222-438A-4594-BCAF-C357EC335C86}" destId="{EE0585BF-20FB-4263-801A-85B491C39D89}" srcOrd="7" destOrd="0" parTransId="{7B1D44E3-9CD0-4E2E-92AB-F076BB9C9424}" sibTransId="{C378445A-5297-46B1-94E9-26DA2E020DBD}"/>
    <dgm:cxn modelId="{4CADE191-F32D-49EC-8EC4-D936AEEEED5F}" type="presOf" srcId="{361001ED-0A05-4D9B-8B3C-1E2C8D3A25DC}" destId="{CE169EBD-9C62-40E4-A63D-1DAACC28A8C2}" srcOrd="0" destOrd="0" presId="urn:microsoft.com/office/officeart/2018/2/layout/IconCircleList"/>
    <dgm:cxn modelId="{E7034B94-ACE3-40E3-BD32-CB8FE13CDAB4}" type="presOf" srcId="{6304BDFB-0656-40E7-8CE8-7AB8C2842013}" destId="{9380CAC8-D4C1-4E39-B6E0-BA42CABEADF1}" srcOrd="0" destOrd="0" presId="urn:microsoft.com/office/officeart/2018/2/layout/IconCircleList"/>
    <dgm:cxn modelId="{3AF32295-67C5-48FC-BAC2-751442EB9D38}" type="presOf" srcId="{59ABF81B-1F4D-4E71-A4AF-067DE275B9D2}" destId="{8FAD76B8-8141-4B71-AE7C-D45EC5341CA8}" srcOrd="0" destOrd="0" presId="urn:microsoft.com/office/officeart/2018/2/layout/IconCircleList"/>
    <dgm:cxn modelId="{AC731B97-9F1B-42DA-8464-B2570616EC89}" type="presOf" srcId="{9B2F7770-25B6-4663-B9C0-0431F43FB297}" destId="{87957148-01F3-43C0-9AC6-6A9484FDCC96}" srcOrd="0" destOrd="0" presId="urn:microsoft.com/office/officeart/2018/2/layout/IconCircleList"/>
    <dgm:cxn modelId="{6717BDAA-6C36-47F6-8F8D-1F3BDA4B4B4F}" srcId="{1DF9D222-438A-4594-BCAF-C357EC335C86}" destId="{361001ED-0A05-4D9B-8B3C-1E2C8D3A25DC}" srcOrd="3" destOrd="0" parTransId="{C4FB8DF2-F7CE-49BF-BD91-ADEFA0E88007}" sibTransId="{4FFDB92C-D0EA-4709-BAF8-F9BFF9D7018E}"/>
    <dgm:cxn modelId="{CEC421CA-020B-4A33-9979-FF06AF3C52C0}" type="presOf" srcId="{E09E5E5A-0707-4C2D-A595-4E2B84C848A4}" destId="{6E605A1C-A989-42B7-AA3D-7DD9863B4004}" srcOrd="0" destOrd="0" presId="urn:microsoft.com/office/officeart/2018/2/layout/IconCircleList"/>
    <dgm:cxn modelId="{5063EDD4-58E3-4DD1-8516-782E21486F27}" type="presOf" srcId="{DBF8688F-355A-4AEE-A25F-17E67E3CE8A0}" destId="{7D622301-242C-4B56-90CD-B54547B4B196}" srcOrd="0" destOrd="0" presId="urn:microsoft.com/office/officeart/2018/2/layout/IconCircleList"/>
    <dgm:cxn modelId="{791EA2F5-9213-4EA1-9A93-363E310E928A}" type="presOf" srcId="{4FFDB92C-D0EA-4709-BAF8-F9BFF9D7018E}" destId="{94C8DB6B-8784-43E3-BBE2-76F0E7BD1EB6}" srcOrd="0" destOrd="0" presId="urn:microsoft.com/office/officeart/2018/2/layout/IconCircleList"/>
    <dgm:cxn modelId="{61291CFA-ED3B-4558-A9A4-D00C6EB9D268}" type="presOf" srcId="{C378445A-5297-46B1-94E9-26DA2E020DBD}" destId="{5457059D-5C99-4D41-86CB-596DC64EE845}" srcOrd="0" destOrd="0" presId="urn:microsoft.com/office/officeart/2018/2/layout/IconCircleList"/>
    <dgm:cxn modelId="{328E04FF-A42A-4325-9423-813D25FD5641}" srcId="{1DF9D222-438A-4594-BCAF-C357EC335C86}" destId="{E74634E5-20C8-44DF-BB89-3D4DD6DD028A}" srcOrd="5" destOrd="0" parTransId="{F47D248F-1AEA-4F4A-BD09-B200679FA580}" sibTransId="{D845D26F-5BC0-41E9-94FA-6DF2FE01358D}"/>
    <dgm:cxn modelId="{7A423287-E007-46B7-8BAD-EB488A6A5DB2}" type="presParOf" srcId="{576F2895-C557-4F3A-83E2-448236965053}" destId="{5F665D5A-4C0A-45E9-B356-CBEA2D30B9EA}" srcOrd="0" destOrd="0" presId="urn:microsoft.com/office/officeart/2018/2/layout/IconCircleList"/>
    <dgm:cxn modelId="{4E1DD313-F688-4B14-94B2-74B8FDCDFE3E}" type="presParOf" srcId="{5F665D5A-4C0A-45E9-B356-CBEA2D30B9EA}" destId="{25102597-BD7D-44EC-949E-54C8973990FB}" srcOrd="0" destOrd="0" presId="urn:microsoft.com/office/officeart/2018/2/layout/IconCircleList"/>
    <dgm:cxn modelId="{DF46398A-73B6-4C65-B3F9-973E6D3DA7F7}" type="presParOf" srcId="{25102597-BD7D-44EC-949E-54C8973990FB}" destId="{0A5FE6B0-E3C2-460A-8E6E-5A0280595AE8}" srcOrd="0" destOrd="0" presId="urn:microsoft.com/office/officeart/2018/2/layout/IconCircleList"/>
    <dgm:cxn modelId="{38357D22-7080-4168-8DAA-C22B8A71DE7A}" type="presParOf" srcId="{25102597-BD7D-44EC-949E-54C8973990FB}" destId="{CBA1FCDE-72C2-475F-83C0-A12EC409C896}" srcOrd="1" destOrd="0" presId="urn:microsoft.com/office/officeart/2018/2/layout/IconCircleList"/>
    <dgm:cxn modelId="{5230FFA3-F0AB-4585-9EAB-DBD2483BD3B0}" type="presParOf" srcId="{25102597-BD7D-44EC-949E-54C8973990FB}" destId="{9A188FFE-6EBB-4E5B-AB59-615BC63F51E8}" srcOrd="2" destOrd="0" presId="urn:microsoft.com/office/officeart/2018/2/layout/IconCircleList"/>
    <dgm:cxn modelId="{4A7AFAC7-F330-49F4-A8F7-77116BAFF1D7}" type="presParOf" srcId="{25102597-BD7D-44EC-949E-54C8973990FB}" destId="{87957148-01F3-43C0-9AC6-6A9484FDCC96}" srcOrd="3" destOrd="0" presId="urn:microsoft.com/office/officeart/2018/2/layout/IconCircleList"/>
    <dgm:cxn modelId="{581752C0-52D3-4A79-859A-9733A35152E8}" type="presParOf" srcId="{5F665D5A-4C0A-45E9-B356-CBEA2D30B9EA}" destId="{8FAD76B8-8141-4B71-AE7C-D45EC5341CA8}" srcOrd="1" destOrd="0" presId="urn:microsoft.com/office/officeart/2018/2/layout/IconCircleList"/>
    <dgm:cxn modelId="{77725F8B-EE19-44F7-8BCA-4D3E354880FB}" type="presParOf" srcId="{5F665D5A-4C0A-45E9-B356-CBEA2D30B9EA}" destId="{2F787450-A13C-41E9-A956-1DFFE85A6AD8}" srcOrd="2" destOrd="0" presId="urn:microsoft.com/office/officeart/2018/2/layout/IconCircleList"/>
    <dgm:cxn modelId="{455FEF80-89DF-4AE6-ADB4-C810DFC9DEFA}" type="presParOf" srcId="{2F787450-A13C-41E9-A956-1DFFE85A6AD8}" destId="{388053D6-56DD-49AC-84C0-A9CB1C73F3BA}" srcOrd="0" destOrd="0" presId="urn:microsoft.com/office/officeart/2018/2/layout/IconCircleList"/>
    <dgm:cxn modelId="{40A1512E-DD32-418D-8255-EDF5C86EE96B}" type="presParOf" srcId="{2F787450-A13C-41E9-A956-1DFFE85A6AD8}" destId="{4BF615DE-0717-40E1-88BD-535BFC7767F1}" srcOrd="1" destOrd="0" presId="urn:microsoft.com/office/officeart/2018/2/layout/IconCircleList"/>
    <dgm:cxn modelId="{F892003F-FC04-48AD-8D3E-A512551D499B}" type="presParOf" srcId="{2F787450-A13C-41E9-A956-1DFFE85A6AD8}" destId="{CA1A19F4-1CD7-4C29-B062-3F7F84A41E86}" srcOrd="2" destOrd="0" presId="urn:microsoft.com/office/officeart/2018/2/layout/IconCircleList"/>
    <dgm:cxn modelId="{AEA7716E-D855-4B92-BC91-75ECCD87BC5B}" type="presParOf" srcId="{2F787450-A13C-41E9-A956-1DFFE85A6AD8}" destId="{6E605A1C-A989-42B7-AA3D-7DD9863B4004}" srcOrd="3" destOrd="0" presId="urn:microsoft.com/office/officeart/2018/2/layout/IconCircleList"/>
    <dgm:cxn modelId="{18EAC163-E391-4C6C-B301-24DF201AC88D}" type="presParOf" srcId="{5F665D5A-4C0A-45E9-B356-CBEA2D30B9EA}" destId="{7D622301-242C-4B56-90CD-B54547B4B196}" srcOrd="3" destOrd="0" presId="urn:microsoft.com/office/officeart/2018/2/layout/IconCircleList"/>
    <dgm:cxn modelId="{61D8F1DF-B730-4C80-B60F-6889A121A129}" type="presParOf" srcId="{5F665D5A-4C0A-45E9-B356-CBEA2D30B9EA}" destId="{2E672071-2F6A-408A-92EB-B9E50C577859}" srcOrd="4" destOrd="0" presId="urn:microsoft.com/office/officeart/2018/2/layout/IconCircleList"/>
    <dgm:cxn modelId="{34526A80-900A-470A-85FA-2E1F78FE6070}" type="presParOf" srcId="{2E672071-2F6A-408A-92EB-B9E50C577859}" destId="{01AB6063-AB01-4310-9825-DE1FA62EDC56}" srcOrd="0" destOrd="0" presId="urn:microsoft.com/office/officeart/2018/2/layout/IconCircleList"/>
    <dgm:cxn modelId="{4EC43CEC-A7F0-4209-B7FD-91880A92BFA6}" type="presParOf" srcId="{2E672071-2F6A-408A-92EB-B9E50C577859}" destId="{70432825-FB6A-4A94-A26B-905628BBA90E}" srcOrd="1" destOrd="0" presId="urn:microsoft.com/office/officeart/2018/2/layout/IconCircleList"/>
    <dgm:cxn modelId="{7B53F8DB-C9B9-4359-81C5-59C20EEF80D2}" type="presParOf" srcId="{2E672071-2F6A-408A-92EB-B9E50C577859}" destId="{14F905DA-1E66-45DC-AEA0-46D2D87089D9}" srcOrd="2" destOrd="0" presId="urn:microsoft.com/office/officeart/2018/2/layout/IconCircleList"/>
    <dgm:cxn modelId="{5127677C-CAA5-4F8B-B688-F9D033F45F28}" type="presParOf" srcId="{2E672071-2F6A-408A-92EB-B9E50C577859}" destId="{0ABBC29B-8ADA-418C-ADF7-93DAB0301A4E}" srcOrd="3" destOrd="0" presId="urn:microsoft.com/office/officeart/2018/2/layout/IconCircleList"/>
    <dgm:cxn modelId="{39D6DA45-A273-4A29-9A60-CF247C93672C}" type="presParOf" srcId="{5F665D5A-4C0A-45E9-B356-CBEA2D30B9EA}" destId="{9380CAC8-D4C1-4E39-B6E0-BA42CABEADF1}" srcOrd="5" destOrd="0" presId="urn:microsoft.com/office/officeart/2018/2/layout/IconCircleList"/>
    <dgm:cxn modelId="{A97F3845-9B7B-4A2A-AAFA-9C5382D22401}" type="presParOf" srcId="{5F665D5A-4C0A-45E9-B356-CBEA2D30B9EA}" destId="{C39ACF2D-4BF7-4097-A5CF-8234C8704DB8}" srcOrd="6" destOrd="0" presId="urn:microsoft.com/office/officeart/2018/2/layout/IconCircleList"/>
    <dgm:cxn modelId="{77185672-547B-46A4-9E65-6A302088E646}" type="presParOf" srcId="{C39ACF2D-4BF7-4097-A5CF-8234C8704DB8}" destId="{B958751E-2AC5-4677-B19E-5344818D5377}" srcOrd="0" destOrd="0" presId="urn:microsoft.com/office/officeart/2018/2/layout/IconCircleList"/>
    <dgm:cxn modelId="{5BABB8A4-B93F-4B8B-BF4A-37F3D0296321}" type="presParOf" srcId="{C39ACF2D-4BF7-4097-A5CF-8234C8704DB8}" destId="{30368E05-BB56-4B23-8E98-0034F2C3D9C0}" srcOrd="1" destOrd="0" presId="urn:microsoft.com/office/officeart/2018/2/layout/IconCircleList"/>
    <dgm:cxn modelId="{47B5B4C8-579C-4312-ACBD-B4D76B460783}" type="presParOf" srcId="{C39ACF2D-4BF7-4097-A5CF-8234C8704DB8}" destId="{6DEC6577-E1D0-4E9D-8C7C-CA055C8F31C1}" srcOrd="2" destOrd="0" presId="urn:microsoft.com/office/officeart/2018/2/layout/IconCircleList"/>
    <dgm:cxn modelId="{EF23DDE6-FD7D-493E-919D-75B3B86C196A}" type="presParOf" srcId="{C39ACF2D-4BF7-4097-A5CF-8234C8704DB8}" destId="{CE169EBD-9C62-40E4-A63D-1DAACC28A8C2}" srcOrd="3" destOrd="0" presId="urn:microsoft.com/office/officeart/2018/2/layout/IconCircleList"/>
    <dgm:cxn modelId="{A1E35363-13B6-4CEE-A507-47E1E10DA210}" type="presParOf" srcId="{5F665D5A-4C0A-45E9-B356-CBEA2D30B9EA}" destId="{94C8DB6B-8784-43E3-BBE2-76F0E7BD1EB6}" srcOrd="7" destOrd="0" presId="urn:microsoft.com/office/officeart/2018/2/layout/IconCircleList"/>
    <dgm:cxn modelId="{C04B5A4F-D1D7-4B70-A153-718FB4990A4F}" type="presParOf" srcId="{5F665D5A-4C0A-45E9-B356-CBEA2D30B9EA}" destId="{7E391A63-F7BC-4570-81ED-AADFF28B3D93}" srcOrd="8" destOrd="0" presId="urn:microsoft.com/office/officeart/2018/2/layout/IconCircleList"/>
    <dgm:cxn modelId="{B093CC05-96BE-4E82-8A4B-D58104EB7B2E}" type="presParOf" srcId="{7E391A63-F7BC-4570-81ED-AADFF28B3D93}" destId="{C5847D5A-FBFF-4254-833E-71A9753A0D3D}" srcOrd="0" destOrd="0" presId="urn:microsoft.com/office/officeart/2018/2/layout/IconCircleList"/>
    <dgm:cxn modelId="{A5075E75-097D-445A-9223-F5EA2F775170}" type="presParOf" srcId="{7E391A63-F7BC-4570-81ED-AADFF28B3D93}" destId="{BE6E935F-6280-41E2-83A9-4798310A936B}" srcOrd="1" destOrd="0" presId="urn:microsoft.com/office/officeart/2018/2/layout/IconCircleList"/>
    <dgm:cxn modelId="{DBAA5508-299A-4EE8-9BF0-84BDCEA9DDAD}" type="presParOf" srcId="{7E391A63-F7BC-4570-81ED-AADFF28B3D93}" destId="{CA433E4D-251E-485D-B734-D99852ED3B77}" srcOrd="2" destOrd="0" presId="urn:microsoft.com/office/officeart/2018/2/layout/IconCircleList"/>
    <dgm:cxn modelId="{5F8D0069-0887-4BD9-8C07-C4049D957869}" type="presParOf" srcId="{7E391A63-F7BC-4570-81ED-AADFF28B3D93}" destId="{1533290B-E1B4-4FEC-9A50-705A1101EB73}" srcOrd="3" destOrd="0" presId="urn:microsoft.com/office/officeart/2018/2/layout/IconCircleList"/>
    <dgm:cxn modelId="{3801F300-ED03-4962-94D0-4B4F35B17F04}" type="presParOf" srcId="{5F665D5A-4C0A-45E9-B356-CBEA2D30B9EA}" destId="{47C4922F-13C8-4745-807F-6237193E160B}" srcOrd="9" destOrd="0" presId="urn:microsoft.com/office/officeart/2018/2/layout/IconCircleList"/>
    <dgm:cxn modelId="{AD8449D6-CF9E-4F9F-9663-1A37805A71A2}" type="presParOf" srcId="{5F665D5A-4C0A-45E9-B356-CBEA2D30B9EA}" destId="{34D09401-1E8A-4144-B915-415673422F8B}" srcOrd="10" destOrd="0" presId="urn:microsoft.com/office/officeart/2018/2/layout/IconCircleList"/>
    <dgm:cxn modelId="{6DDE8CD5-BD64-4662-8386-C530B0BE08B0}" type="presParOf" srcId="{34D09401-1E8A-4144-B915-415673422F8B}" destId="{B2E0D0BB-5EC0-4892-8CFF-8D707E0A32C5}" srcOrd="0" destOrd="0" presId="urn:microsoft.com/office/officeart/2018/2/layout/IconCircleList"/>
    <dgm:cxn modelId="{D66DC193-35E0-435C-ADD9-E7FFCC087523}" type="presParOf" srcId="{34D09401-1E8A-4144-B915-415673422F8B}" destId="{1C84079E-0905-4AA4-B016-D643E305FC6E}" srcOrd="1" destOrd="0" presId="urn:microsoft.com/office/officeart/2018/2/layout/IconCircleList"/>
    <dgm:cxn modelId="{A0294A84-0F88-4F33-A21A-DD2BB89C31B9}" type="presParOf" srcId="{34D09401-1E8A-4144-B915-415673422F8B}" destId="{0AC44029-C39C-4008-A9D7-9052E5E5F7B1}" srcOrd="2" destOrd="0" presId="urn:microsoft.com/office/officeart/2018/2/layout/IconCircleList"/>
    <dgm:cxn modelId="{3F475212-E013-49A4-920E-C0BC58CC92E3}" type="presParOf" srcId="{34D09401-1E8A-4144-B915-415673422F8B}" destId="{2D843377-A7EC-44E4-A5BD-6A1BEB42D272}" srcOrd="3" destOrd="0" presId="urn:microsoft.com/office/officeart/2018/2/layout/IconCircleList"/>
    <dgm:cxn modelId="{85A762E7-E1D0-4903-A058-C5C2B9D32B15}" type="presParOf" srcId="{5F665D5A-4C0A-45E9-B356-CBEA2D30B9EA}" destId="{62E3EA4D-D543-417A-860C-0101126E7A0B}" srcOrd="11" destOrd="0" presId="urn:microsoft.com/office/officeart/2018/2/layout/IconCircleList"/>
    <dgm:cxn modelId="{F159140D-BD81-46C5-A05D-6AB1B6DC9F63}" type="presParOf" srcId="{5F665D5A-4C0A-45E9-B356-CBEA2D30B9EA}" destId="{C8BDBA0A-FB66-4184-ABF4-2C718AF796B5}" srcOrd="12" destOrd="0" presId="urn:microsoft.com/office/officeart/2018/2/layout/IconCircleList"/>
    <dgm:cxn modelId="{E08394C9-975E-413D-ADDF-9F6B509F40A4}" type="presParOf" srcId="{C8BDBA0A-FB66-4184-ABF4-2C718AF796B5}" destId="{D4F23B55-39FD-438D-867B-14959D7ECD7D}" srcOrd="0" destOrd="0" presId="urn:microsoft.com/office/officeart/2018/2/layout/IconCircleList"/>
    <dgm:cxn modelId="{C647739C-AED4-463D-B759-B751D9D2DE9E}" type="presParOf" srcId="{C8BDBA0A-FB66-4184-ABF4-2C718AF796B5}" destId="{15F70B12-83DD-4C28-981C-AC9AC3522D87}" srcOrd="1" destOrd="0" presId="urn:microsoft.com/office/officeart/2018/2/layout/IconCircleList"/>
    <dgm:cxn modelId="{0EAC4822-BF14-4AEC-B205-AC20F5C64D7B}" type="presParOf" srcId="{C8BDBA0A-FB66-4184-ABF4-2C718AF796B5}" destId="{BD3D2B30-E365-4ED3-8FFA-8E5610ADDDC7}" srcOrd="2" destOrd="0" presId="urn:microsoft.com/office/officeart/2018/2/layout/IconCircleList"/>
    <dgm:cxn modelId="{86343233-285B-43C1-93B1-26ACE40D5095}" type="presParOf" srcId="{C8BDBA0A-FB66-4184-ABF4-2C718AF796B5}" destId="{E4F8D242-D947-44C0-86AE-BA30D2E0BCFC}" srcOrd="3" destOrd="0" presId="urn:microsoft.com/office/officeart/2018/2/layout/IconCircleList"/>
    <dgm:cxn modelId="{EF31B501-600D-4FD8-895B-A8503FB92E5B}" type="presParOf" srcId="{5F665D5A-4C0A-45E9-B356-CBEA2D30B9EA}" destId="{5F58088E-B99E-4894-A0BD-EC32A2FE131D}" srcOrd="13" destOrd="0" presId="urn:microsoft.com/office/officeart/2018/2/layout/IconCircleList"/>
    <dgm:cxn modelId="{B498099B-296B-41D0-BD00-5D516DD94C14}" type="presParOf" srcId="{5F665D5A-4C0A-45E9-B356-CBEA2D30B9EA}" destId="{71C7CE4B-292C-4B83-841A-A8D7277B8944}" srcOrd="14" destOrd="0" presId="urn:microsoft.com/office/officeart/2018/2/layout/IconCircleList"/>
    <dgm:cxn modelId="{E2E64DAB-4835-4FB3-9271-D3AA0D761F64}" type="presParOf" srcId="{71C7CE4B-292C-4B83-841A-A8D7277B8944}" destId="{60F96218-C13A-4477-8918-B14B05FEA153}" srcOrd="0" destOrd="0" presId="urn:microsoft.com/office/officeart/2018/2/layout/IconCircleList"/>
    <dgm:cxn modelId="{3DB81993-27C6-4691-909A-46FF086BBE94}" type="presParOf" srcId="{71C7CE4B-292C-4B83-841A-A8D7277B8944}" destId="{54B7DCFC-4387-40C0-AC2D-89679511C3FB}" srcOrd="1" destOrd="0" presId="urn:microsoft.com/office/officeart/2018/2/layout/IconCircleList"/>
    <dgm:cxn modelId="{2BA84F6B-3171-49BE-ACF2-C4A0594DB3DE}" type="presParOf" srcId="{71C7CE4B-292C-4B83-841A-A8D7277B8944}" destId="{99B8900B-17B2-41AF-BEC1-D5CC249625F7}" srcOrd="2" destOrd="0" presId="urn:microsoft.com/office/officeart/2018/2/layout/IconCircleList"/>
    <dgm:cxn modelId="{725BC77F-8F46-4EA7-8AF3-3FD24C7FF5D5}" type="presParOf" srcId="{71C7CE4B-292C-4B83-841A-A8D7277B8944}" destId="{DE6F7E4C-3669-4B7E-B4C7-DF1FAFA7D167}" srcOrd="3" destOrd="0" presId="urn:microsoft.com/office/officeart/2018/2/layout/IconCircleList"/>
    <dgm:cxn modelId="{FD6E902D-FA70-4F9B-89D7-CF1F8874CEB7}" type="presParOf" srcId="{5F665D5A-4C0A-45E9-B356-CBEA2D30B9EA}" destId="{5457059D-5C99-4D41-86CB-596DC64EE845}" srcOrd="15" destOrd="0" presId="urn:microsoft.com/office/officeart/2018/2/layout/IconCircleList"/>
    <dgm:cxn modelId="{921D6BA5-0069-49F1-85B6-A0E0B9708FFA}" type="presParOf" srcId="{5F665D5A-4C0A-45E9-B356-CBEA2D30B9EA}" destId="{C276A7CD-6374-485C-BB8C-DE88300F6CF8}" srcOrd="16" destOrd="0" presId="urn:microsoft.com/office/officeart/2018/2/layout/IconCircleList"/>
    <dgm:cxn modelId="{93643FFA-AE18-408F-B377-6C43D7284F1B}" type="presParOf" srcId="{C276A7CD-6374-485C-BB8C-DE88300F6CF8}" destId="{60AFC073-EB73-4D4A-B218-B98A30C8D7E9}" srcOrd="0" destOrd="0" presId="urn:microsoft.com/office/officeart/2018/2/layout/IconCircleList"/>
    <dgm:cxn modelId="{3A83D835-13AE-4F58-B27D-EC0FB3720EDC}" type="presParOf" srcId="{C276A7CD-6374-485C-BB8C-DE88300F6CF8}" destId="{D6757153-9A35-4E3C-B01A-E33EBBB64197}" srcOrd="1" destOrd="0" presId="urn:microsoft.com/office/officeart/2018/2/layout/IconCircleList"/>
    <dgm:cxn modelId="{F1CA54C0-8F5F-4968-8FFE-4385DE415FA9}" type="presParOf" srcId="{C276A7CD-6374-485C-BB8C-DE88300F6CF8}" destId="{732731F4-8833-4EC6-B2E9-2399443AF8DF}" srcOrd="2" destOrd="0" presId="urn:microsoft.com/office/officeart/2018/2/layout/IconCircleList"/>
    <dgm:cxn modelId="{7ED5BB32-6CA5-41B4-A60D-9986DDBFE044}" type="presParOf" srcId="{C276A7CD-6374-485C-BB8C-DE88300F6CF8}" destId="{5DFFD214-B864-48D7-AF49-46E6CDB04E62}"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DB6B8F-448D-4300-967C-1EAE4A17A4E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6B1EAA3-C398-46ED-BB45-C65D31F5EE74}">
      <dgm:prSet/>
      <dgm:spPr/>
      <dgm:t>
        <a:bodyPr/>
        <a:lstStyle/>
        <a:p>
          <a:pPr>
            <a:lnSpc>
              <a:spcPct val="100000"/>
            </a:lnSpc>
          </a:pPr>
          <a:r>
            <a:rPr lang="en-US" dirty="0"/>
            <a:t>Revenue is created when every team works together.</a:t>
          </a:r>
        </a:p>
      </dgm:t>
    </dgm:pt>
    <dgm:pt modelId="{C26DF06A-6848-427F-83A1-B7DC57EF1823}" type="parTrans" cxnId="{512F28AC-DDAA-4557-9C39-356C233425B2}">
      <dgm:prSet/>
      <dgm:spPr/>
      <dgm:t>
        <a:bodyPr/>
        <a:lstStyle/>
        <a:p>
          <a:endParaRPr lang="en-US"/>
        </a:p>
      </dgm:t>
    </dgm:pt>
    <dgm:pt modelId="{1606DDD7-ECBA-4F4C-B7B2-A8436862A6BA}" type="sibTrans" cxnId="{512F28AC-DDAA-4557-9C39-356C233425B2}">
      <dgm:prSet/>
      <dgm:spPr/>
      <dgm:t>
        <a:bodyPr/>
        <a:lstStyle/>
        <a:p>
          <a:endParaRPr lang="en-US"/>
        </a:p>
      </dgm:t>
    </dgm:pt>
    <dgm:pt modelId="{90D0DF22-5B95-43B4-BFF6-BEA850BD41E8}">
      <dgm:prSet/>
      <dgm:spPr/>
      <dgm:t>
        <a:bodyPr/>
        <a:lstStyle/>
        <a:p>
          <a:pPr>
            <a:lnSpc>
              <a:spcPct val="100000"/>
            </a:lnSpc>
          </a:pPr>
          <a:r>
            <a:rPr lang="en-US"/>
            <a:t>Marketing creates awareness.</a:t>
          </a:r>
        </a:p>
      </dgm:t>
    </dgm:pt>
    <dgm:pt modelId="{959BA350-EB4D-4CE0-9CED-0ED6B14CB83E}" type="parTrans" cxnId="{46670F01-42B1-4EC7-AF25-81EB262ED965}">
      <dgm:prSet/>
      <dgm:spPr/>
      <dgm:t>
        <a:bodyPr/>
        <a:lstStyle/>
        <a:p>
          <a:endParaRPr lang="en-US"/>
        </a:p>
      </dgm:t>
    </dgm:pt>
    <dgm:pt modelId="{380E8103-A224-4193-8C0A-F1F97B916664}" type="sibTrans" cxnId="{46670F01-42B1-4EC7-AF25-81EB262ED965}">
      <dgm:prSet/>
      <dgm:spPr/>
      <dgm:t>
        <a:bodyPr/>
        <a:lstStyle/>
        <a:p>
          <a:endParaRPr lang="en-US"/>
        </a:p>
      </dgm:t>
    </dgm:pt>
    <dgm:pt modelId="{72545887-19BD-4633-B55A-97C148F03D77}">
      <dgm:prSet/>
      <dgm:spPr/>
      <dgm:t>
        <a:bodyPr/>
        <a:lstStyle/>
        <a:p>
          <a:pPr>
            <a:lnSpc>
              <a:spcPct val="100000"/>
            </a:lnSpc>
          </a:pPr>
          <a:r>
            <a:rPr lang="en-US"/>
            <a:t>Sales uncovers needs.</a:t>
          </a:r>
        </a:p>
      </dgm:t>
    </dgm:pt>
    <dgm:pt modelId="{623DD8AE-DAF3-40D5-8365-6478E1AF45A4}" type="parTrans" cxnId="{A61FDBAF-E345-41A4-9D30-45D8AAC5FB54}">
      <dgm:prSet/>
      <dgm:spPr/>
      <dgm:t>
        <a:bodyPr/>
        <a:lstStyle/>
        <a:p>
          <a:endParaRPr lang="en-US"/>
        </a:p>
      </dgm:t>
    </dgm:pt>
    <dgm:pt modelId="{2553263E-0335-4A87-AAF9-A57F076913AF}" type="sibTrans" cxnId="{A61FDBAF-E345-41A4-9D30-45D8AAC5FB54}">
      <dgm:prSet/>
      <dgm:spPr/>
      <dgm:t>
        <a:bodyPr/>
        <a:lstStyle/>
        <a:p>
          <a:endParaRPr lang="en-US"/>
        </a:p>
      </dgm:t>
    </dgm:pt>
    <dgm:pt modelId="{6F9A5886-EF13-4C36-B667-A2D11204E893}">
      <dgm:prSet/>
      <dgm:spPr/>
      <dgm:t>
        <a:bodyPr/>
        <a:lstStyle/>
        <a:p>
          <a:pPr>
            <a:lnSpc>
              <a:spcPct val="100000"/>
            </a:lnSpc>
          </a:pPr>
          <a:r>
            <a:rPr lang="en-US"/>
            <a:t>Customer Success delivers value.</a:t>
          </a:r>
        </a:p>
      </dgm:t>
    </dgm:pt>
    <dgm:pt modelId="{1EF2A2EC-6579-44AB-BB0B-005A343B9882}" type="parTrans" cxnId="{9B49BC07-A3B7-4CF9-A150-2268879ADFD9}">
      <dgm:prSet/>
      <dgm:spPr/>
      <dgm:t>
        <a:bodyPr/>
        <a:lstStyle/>
        <a:p>
          <a:endParaRPr lang="en-US"/>
        </a:p>
      </dgm:t>
    </dgm:pt>
    <dgm:pt modelId="{2AA803E4-1FD9-499E-B4FA-09E38C72F45D}" type="sibTrans" cxnId="{9B49BC07-A3B7-4CF9-A150-2268879ADFD9}">
      <dgm:prSet/>
      <dgm:spPr/>
      <dgm:t>
        <a:bodyPr/>
        <a:lstStyle/>
        <a:p>
          <a:endParaRPr lang="en-US"/>
        </a:p>
      </dgm:t>
    </dgm:pt>
    <dgm:pt modelId="{17C68D8A-FE3D-4D51-B845-B4BF69AD5C2F}">
      <dgm:prSet/>
      <dgm:spPr/>
      <dgm:t>
        <a:bodyPr/>
        <a:lstStyle/>
        <a:p>
          <a:pPr>
            <a:lnSpc>
              <a:spcPct val="100000"/>
            </a:lnSpc>
          </a:pPr>
          <a:r>
            <a:rPr lang="en-US"/>
            <a:t>Renewals and expansion create long-term growth.</a:t>
          </a:r>
        </a:p>
      </dgm:t>
    </dgm:pt>
    <dgm:pt modelId="{55EA986D-B4B5-447C-8DD5-31C0793DC269}" type="parTrans" cxnId="{43CDEC01-D549-414A-B1E9-A48B5E6D8795}">
      <dgm:prSet/>
      <dgm:spPr/>
      <dgm:t>
        <a:bodyPr/>
        <a:lstStyle/>
        <a:p>
          <a:endParaRPr lang="en-US"/>
        </a:p>
      </dgm:t>
    </dgm:pt>
    <dgm:pt modelId="{DBE49E7B-43DE-4F8F-80CF-7F2C4D13B0B3}" type="sibTrans" cxnId="{43CDEC01-D549-414A-B1E9-A48B5E6D8795}">
      <dgm:prSet/>
      <dgm:spPr/>
      <dgm:t>
        <a:bodyPr/>
        <a:lstStyle/>
        <a:p>
          <a:endParaRPr lang="en-US"/>
        </a:p>
      </dgm:t>
    </dgm:pt>
    <dgm:pt modelId="{A517615B-FF77-48AE-953E-09727BB252DE}" type="pres">
      <dgm:prSet presAssocID="{0BDB6B8F-448D-4300-967C-1EAE4A17A4EB}" presName="root" presStyleCnt="0">
        <dgm:presLayoutVars>
          <dgm:dir/>
          <dgm:resizeHandles val="exact"/>
        </dgm:presLayoutVars>
      </dgm:prSet>
      <dgm:spPr/>
    </dgm:pt>
    <dgm:pt modelId="{6AE3A1DE-4D28-4D2F-9BF1-D9AA418B6B84}" type="pres">
      <dgm:prSet presAssocID="{16B1EAA3-C398-46ED-BB45-C65D31F5EE74}" presName="compNode" presStyleCnt="0"/>
      <dgm:spPr/>
    </dgm:pt>
    <dgm:pt modelId="{D71778DE-CC8C-4079-B708-1786983BE7A8}" type="pres">
      <dgm:prSet presAssocID="{16B1EAA3-C398-46ED-BB45-C65D31F5EE74}" presName="bgRect" presStyleLbl="bgShp" presStyleIdx="0" presStyleCnt="5"/>
      <dgm:spPr/>
    </dgm:pt>
    <dgm:pt modelId="{D1156C1F-14D4-4342-878A-52CD74A57FA6}" type="pres">
      <dgm:prSet presAssocID="{16B1EAA3-C398-46ED-BB45-C65D31F5EE74}"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Group of People"/>
        </a:ext>
      </dgm:extLst>
    </dgm:pt>
    <dgm:pt modelId="{C6CBAEDC-A99D-4253-A5E6-5C08C3531B0F}" type="pres">
      <dgm:prSet presAssocID="{16B1EAA3-C398-46ED-BB45-C65D31F5EE74}" presName="spaceRect" presStyleCnt="0"/>
      <dgm:spPr/>
    </dgm:pt>
    <dgm:pt modelId="{00BB04B4-2AC4-4506-B3E7-0E6EE0C31795}" type="pres">
      <dgm:prSet presAssocID="{16B1EAA3-C398-46ED-BB45-C65D31F5EE74}" presName="parTx" presStyleLbl="revTx" presStyleIdx="0" presStyleCnt="5">
        <dgm:presLayoutVars>
          <dgm:chMax val="0"/>
          <dgm:chPref val="0"/>
        </dgm:presLayoutVars>
      </dgm:prSet>
      <dgm:spPr/>
    </dgm:pt>
    <dgm:pt modelId="{7A7B87A8-1FE0-42DD-889F-ADD2D79A7D1B}" type="pres">
      <dgm:prSet presAssocID="{1606DDD7-ECBA-4F4C-B7B2-A8436862A6BA}" presName="sibTrans" presStyleCnt="0"/>
      <dgm:spPr/>
    </dgm:pt>
    <dgm:pt modelId="{ACEC9288-F3A2-49F4-ABB8-DD69BB2AFEEB}" type="pres">
      <dgm:prSet presAssocID="{90D0DF22-5B95-43B4-BFF6-BEA850BD41E8}" presName="compNode" presStyleCnt="0"/>
      <dgm:spPr/>
    </dgm:pt>
    <dgm:pt modelId="{95CBEC2F-A292-442B-8073-7769E84AF37D}" type="pres">
      <dgm:prSet presAssocID="{90D0DF22-5B95-43B4-BFF6-BEA850BD41E8}" presName="bgRect" presStyleLbl="bgShp" presStyleIdx="1" presStyleCnt="5"/>
      <dgm:spPr/>
    </dgm:pt>
    <dgm:pt modelId="{ED1D53F9-E854-4299-A058-B752E705A865}" type="pres">
      <dgm:prSet presAssocID="{90D0DF22-5B95-43B4-BFF6-BEA850BD41E8}"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dvertising"/>
        </a:ext>
      </dgm:extLst>
    </dgm:pt>
    <dgm:pt modelId="{C70ECD06-597C-4FF1-A043-CAEAA729B4C6}" type="pres">
      <dgm:prSet presAssocID="{90D0DF22-5B95-43B4-BFF6-BEA850BD41E8}" presName="spaceRect" presStyleCnt="0"/>
      <dgm:spPr/>
    </dgm:pt>
    <dgm:pt modelId="{71999A78-324C-40EA-87EB-B22861AA3D76}" type="pres">
      <dgm:prSet presAssocID="{90D0DF22-5B95-43B4-BFF6-BEA850BD41E8}" presName="parTx" presStyleLbl="revTx" presStyleIdx="1" presStyleCnt="5">
        <dgm:presLayoutVars>
          <dgm:chMax val="0"/>
          <dgm:chPref val="0"/>
        </dgm:presLayoutVars>
      </dgm:prSet>
      <dgm:spPr/>
    </dgm:pt>
    <dgm:pt modelId="{E1ECC216-084D-4052-9637-D6C2F9580AF0}" type="pres">
      <dgm:prSet presAssocID="{380E8103-A224-4193-8C0A-F1F97B916664}" presName="sibTrans" presStyleCnt="0"/>
      <dgm:spPr/>
    </dgm:pt>
    <dgm:pt modelId="{A8FF8FF4-87E9-4C1A-A113-41F1F36DDE89}" type="pres">
      <dgm:prSet presAssocID="{72545887-19BD-4633-B55A-97C148F03D77}" presName="compNode" presStyleCnt="0"/>
      <dgm:spPr/>
    </dgm:pt>
    <dgm:pt modelId="{BE3B8762-E210-41D3-B47A-25D198BCA2F2}" type="pres">
      <dgm:prSet presAssocID="{72545887-19BD-4633-B55A-97C148F03D77}" presName="bgRect" presStyleLbl="bgShp" presStyleIdx="2" presStyleCnt="5"/>
      <dgm:spPr/>
    </dgm:pt>
    <dgm:pt modelId="{03E4AF66-6CA7-4DE2-BD1B-98033D86227F}" type="pres">
      <dgm:prSet presAssocID="{72545887-19BD-4633-B55A-97C148F03D77}"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Magnifying glass"/>
        </a:ext>
      </dgm:extLst>
    </dgm:pt>
    <dgm:pt modelId="{07512DB6-1B97-4C73-A73D-626C86466543}" type="pres">
      <dgm:prSet presAssocID="{72545887-19BD-4633-B55A-97C148F03D77}" presName="spaceRect" presStyleCnt="0"/>
      <dgm:spPr/>
    </dgm:pt>
    <dgm:pt modelId="{C60C9C62-C699-4785-963C-E3430DF59379}" type="pres">
      <dgm:prSet presAssocID="{72545887-19BD-4633-B55A-97C148F03D77}" presName="parTx" presStyleLbl="revTx" presStyleIdx="2" presStyleCnt="5">
        <dgm:presLayoutVars>
          <dgm:chMax val="0"/>
          <dgm:chPref val="0"/>
        </dgm:presLayoutVars>
      </dgm:prSet>
      <dgm:spPr/>
    </dgm:pt>
    <dgm:pt modelId="{0DDBD108-E53E-4255-A39C-9D06DDBF81B0}" type="pres">
      <dgm:prSet presAssocID="{2553263E-0335-4A87-AAF9-A57F076913AF}" presName="sibTrans" presStyleCnt="0"/>
      <dgm:spPr/>
    </dgm:pt>
    <dgm:pt modelId="{4A3A3C93-7BAD-4E98-9625-9B96F041B479}" type="pres">
      <dgm:prSet presAssocID="{6F9A5886-EF13-4C36-B667-A2D11204E893}" presName="compNode" presStyleCnt="0"/>
      <dgm:spPr/>
    </dgm:pt>
    <dgm:pt modelId="{5B7E5991-044F-4B59-B71D-22A7FE6B9752}" type="pres">
      <dgm:prSet presAssocID="{6F9A5886-EF13-4C36-B667-A2D11204E893}" presName="bgRect" presStyleLbl="bgShp" presStyleIdx="3" presStyleCnt="5"/>
      <dgm:spPr/>
    </dgm:pt>
    <dgm:pt modelId="{74970D94-75B9-4968-9532-78274174D52A}" type="pres">
      <dgm:prSet presAssocID="{6F9A5886-EF13-4C36-B667-A2D11204E893}"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pward trend"/>
        </a:ext>
      </dgm:extLst>
    </dgm:pt>
    <dgm:pt modelId="{BECFFDD6-358E-42B9-8A75-C8941108CCA6}" type="pres">
      <dgm:prSet presAssocID="{6F9A5886-EF13-4C36-B667-A2D11204E893}" presName="spaceRect" presStyleCnt="0"/>
      <dgm:spPr/>
    </dgm:pt>
    <dgm:pt modelId="{448DB349-7C57-4553-B498-56BD263F4B93}" type="pres">
      <dgm:prSet presAssocID="{6F9A5886-EF13-4C36-B667-A2D11204E893}" presName="parTx" presStyleLbl="revTx" presStyleIdx="3" presStyleCnt="5">
        <dgm:presLayoutVars>
          <dgm:chMax val="0"/>
          <dgm:chPref val="0"/>
        </dgm:presLayoutVars>
      </dgm:prSet>
      <dgm:spPr/>
    </dgm:pt>
    <dgm:pt modelId="{32868397-6CA8-43BF-ABE6-97CA6CFB3397}" type="pres">
      <dgm:prSet presAssocID="{2AA803E4-1FD9-499E-B4FA-09E38C72F45D}" presName="sibTrans" presStyleCnt="0"/>
      <dgm:spPr/>
    </dgm:pt>
    <dgm:pt modelId="{10CF94CE-CA59-403B-A64C-CA8A10BC739B}" type="pres">
      <dgm:prSet presAssocID="{17C68D8A-FE3D-4D51-B845-B4BF69AD5C2F}" presName="compNode" presStyleCnt="0"/>
      <dgm:spPr/>
    </dgm:pt>
    <dgm:pt modelId="{FCFDF591-5D42-4991-9FC6-A1ADB6006289}" type="pres">
      <dgm:prSet presAssocID="{17C68D8A-FE3D-4D51-B845-B4BF69AD5C2F}" presName="bgRect" presStyleLbl="bgShp" presStyleIdx="4" presStyleCnt="5"/>
      <dgm:spPr/>
    </dgm:pt>
    <dgm:pt modelId="{6C12C971-FB39-49A9-B9E3-032EDFEA1A50}" type="pres">
      <dgm:prSet presAssocID="{17C68D8A-FE3D-4D51-B845-B4BF69AD5C2F}"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Business Growth"/>
        </a:ext>
      </dgm:extLst>
    </dgm:pt>
    <dgm:pt modelId="{672D21AF-C793-422B-9B82-2A8176ED77D4}" type="pres">
      <dgm:prSet presAssocID="{17C68D8A-FE3D-4D51-B845-B4BF69AD5C2F}" presName="spaceRect" presStyleCnt="0"/>
      <dgm:spPr/>
    </dgm:pt>
    <dgm:pt modelId="{B907CD9A-8104-47D0-873C-60FCBFB3B8B1}" type="pres">
      <dgm:prSet presAssocID="{17C68D8A-FE3D-4D51-B845-B4BF69AD5C2F}" presName="parTx" presStyleLbl="revTx" presStyleIdx="4" presStyleCnt="5">
        <dgm:presLayoutVars>
          <dgm:chMax val="0"/>
          <dgm:chPref val="0"/>
        </dgm:presLayoutVars>
      </dgm:prSet>
      <dgm:spPr/>
    </dgm:pt>
  </dgm:ptLst>
  <dgm:cxnLst>
    <dgm:cxn modelId="{46670F01-42B1-4EC7-AF25-81EB262ED965}" srcId="{0BDB6B8F-448D-4300-967C-1EAE4A17A4EB}" destId="{90D0DF22-5B95-43B4-BFF6-BEA850BD41E8}" srcOrd="1" destOrd="0" parTransId="{959BA350-EB4D-4CE0-9CED-0ED6B14CB83E}" sibTransId="{380E8103-A224-4193-8C0A-F1F97B916664}"/>
    <dgm:cxn modelId="{43CDEC01-D549-414A-B1E9-A48B5E6D8795}" srcId="{0BDB6B8F-448D-4300-967C-1EAE4A17A4EB}" destId="{17C68D8A-FE3D-4D51-B845-B4BF69AD5C2F}" srcOrd="4" destOrd="0" parTransId="{55EA986D-B4B5-447C-8DD5-31C0793DC269}" sibTransId="{DBE49E7B-43DE-4F8F-80CF-7F2C4D13B0B3}"/>
    <dgm:cxn modelId="{9B49BC07-A3B7-4CF9-A150-2268879ADFD9}" srcId="{0BDB6B8F-448D-4300-967C-1EAE4A17A4EB}" destId="{6F9A5886-EF13-4C36-B667-A2D11204E893}" srcOrd="3" destOrd="0" parTransId="{1EF2A2EC-6579-44AB-BB0B-005A343B9882}" sibTransId="{2AA803E4-1FD9-499E-B4FA-09E38C72F45D}"/>
    <dgm:cxn modelId="{2CA24E0C-A0F0-4D36-9FB6-4051C576C8F0}" type="presOf" srcId="{72545887-19BD-4633-B55A-97C148F03D77}" destId="{C60C9C62-C699-4785-963C-E3430DF59379}" srcOrd="0" destOrd="0" presId="urn:microsoft.com/office/officeart/2018/2/layout/IconVerticalSolidList"/>
    <dgm:cxn modelId="{2E69ED40-3D11-4118-8FF2-D0720AF0A5E2}" type="presOf" srcId="{17C68D8A-FE3D-4D51-B845-B4BF69AD5C2F}" destId="{B907CD9A-8104-47D0-873C-60FCBFB3B8B1}" srcOrd="0" destOrd="0" presId="urn:microsoft.com/office/officeart/2018/2/layout/IconVerticalSolidList"/>
    <dgm:cxn modelId="{D1C9568D-9790-4A74-A70E-9D8F5C93135D}" type="presOf" srcId="{90D0DF22-5B95-43B4-BFF6-BEA850BD41E8}" destId="{71999A78-324C-40EA-87EB-B22861AA3D76}" srcOrd="0" destOrd="0" presId="urn:microsoft.com/office/officeart/2018/2/layout/IconVerticalSolidList"/>
    <dgm:cxn modelId="{363011AC-2A28-4A39-9BD3-84EBCA8E9231}" type="presOf" srcId="{6F9A5886-EF13-4C36-B667-A2D11204E893}" destId="{448DB349-7C57-4553-B498-56BD263F4B93}" srcOrd="0" destOrd="0" presId="urn:microsoft.com/office/officeart/2018/2/layout/IconVerticalSolidList"/>
    <dgm:cxn modelId="{512F28AC-DDAA-4557-9C39-356C233425B2}" srcId="{0BDB6B8F-448D-4300-967C-1EAE4A17A4EB}" destId="{16B1EAA3-C398-46ED-BB45-C65D31F5EE74}" srcOrd="0" destOrd="0" parTransId="{C26DF06A-6848-427F-83A1-B7DC57EF1823}" sibTransId="{1606DDD7-ECBA-4F4C-B7B2-A8436862A6BA}"/>
    <dgm:cxn modelId="{A61FDBAF-E345-41A4-9D30-45D8AAC5FB54}" srcId="{0BDB6B8F-448D-4300-967C-1EAE4A17A4EB}" destId="{72545887-19BD-4633-B55A-97C148F03D77}" srcOrd="2" destOrd="0" parTransId="{623DD8AE-DAF3-40D5-8365-6478E1AF45A4}" sibTransId="{2553263E-0335-4A87-AAF9-A57F076913AF}"/>
    <dgm:cxn modelId="{6AC759CD-0E5D-41C3-A75F-24E455044913}" type="presOf" srcId="{0BDB6B8F-448D-4300-967C-1EAE4A17A4EB}" destId="{A517615B-FF77-48AE-953E-09727BB252DE}" srcOrd="0" destOrd="0" presId="urn:microsoft.com/office/officeart/2018/2/layout/IconVerticalSolidList"/>
    <dgm:cxn modelId="{40933FFA-0E98-40FE-95FB-E35ECB1337AD}" type="presOf" srcId="{16B1EAA3-C398-46ED-BB45-C65D31F5EE74}" destId="{00BB04B4-2AC4-4506-B3E7-0E6EE0C31795}" srcOrd="0" destOrd="0" presId="urn:microsoft.com/office/officeart/2018/2/layout/IconVerticalSolidList"/>
    <dgm:cxn modelId="{990A634F-2684-4D2C-8A3E-5A6B29315A22}" type="presParOf" srcId="{A517615B-FF77-48AE-953E-09727BB252DE}" destId="{6AE3A1DE-4D28-4D2F-9BF1-D9AA418B6B84}" srcOrd="0" destOrd="0" presId="urn:microsoft.com/office/officeart/2018/2/layout/IconVerticalSolidList"/>
    <dgm:cxn modelId="{13722284-B387-42A7-8FBC-3C01C1BD8F83}" type="presParOf" srcId="{6AE3A1DE-4D28-4D2F-9BF1-D9AA418B6B84}" destId="{D71778DE-CC8C-4079-B708-1786983BE7A8}" srcOrd="0" destOrd="0" presId="urn:microsoft.com/office/officeart/2018/2/layout/IconVerticalSolidList"/>
    <dgm:cxn modelId="{D5092CBF-BF56-42ED-B197-80AAB649B16B}" type="presParOf" srcId="{6AE3A1DE-4D28-4D2F-9BF1-D9AA418B6B84}" destId="{D1156C1F-14D4-4342-878A-52CD74A57FA6}" srcOrd="1" destOrd="0" presId="urn:microsoft.com/office/officeart/2018/2/layout/IconVerticalSolidList"/>
    <dgm:cxn modelId="{12D0F37B-AAEE-491B-88E8-6A0F46DE8E4B}" type="presParOf" srcId="{6AE3A1DE-4D28-4D2F-9BF1-D9AA418B6B84}" destId="{C6CBAEDC-A99D-4253-A5E6-5C08C3531B0F}" srcOrd="2" destOrd="0" presId="urn:microsoft.com/office/officeart/2018/2/layout/IconVerticalSolidList"/>
    <dgm:cxn modelId="{B950AF06-C5DC-4CD4-8B47-41251A40E77D}" type="presParOf" srcId="{6AE3A1DE-4D28-4D2F-9BF1-D9AA418B6B84}" destId="{00BB04B4-2AC4-4506-B3E7-0E6EE0C31795}" srcOrd="3" destOrd="0" presId="urn:microsoft.com/office/officeart/2018/2/layout/IconVerticalSolidList"/>
    <dgm:cxn modelId="{9C5A4AB3-8B16-4957-B948-F367CDF6728F}" type="presParOf" srcId="{A517615B-FF77-48AE-953E-09727BB252DE}" destId="{7A7B87A8-1FE0-42DD-889F-ADD2D79A7D1B}" srcOrd="1" destOrd="0" presId="urn:microsoft.com/office/officeart/2018/2/layout/IconVerticalSolidList"/>
    <dgm:cxn modelId="{5CED0CD2-79D0-4DCB-832A-58E09FCE0F24}" type="presParOf" srcId="{A517615B-FF77-48AE-953E-09727BB252DE}" destId="{ACEC9288-F3A2-49F4-ABB8-DD69BB2AFEEB}" srcOrd="2" destOrd="0" presId="urn:microsoft.com/office/officeart/2018/2/layout/IconVerticalSolidList"/>
    <dgm:cxn modelId="{73686CF0-836D-47B3-B84E-B932FA7A56BB}" type="presParOf" srcId="{ACEC9288-F3A2-49F4-ABB8-DD69BB2AFEEB}" destId="{95CBEC2F-A292-442B-8073-7769E84AF37D}" srcOrd="0" destOrd="0" presId="urn:microsoft.com/office/officeart/2018/2/layout/IconVerticalSolidList"/>
    <dgm:cxn modelId="{8B5EADDE-92DE-4788-BC23-8315F584B23C}" type="presParOf" srcId="{ACEC9288-F3A2-49F4-ABB8-DD69BB2AFEEB}" destId="{ED1D53F9-E854-4299-A058-B752E705A865}" srcOrd="1" destOrd="0" presId="urn:microsoft.com/office/officeart/2018/2/layout/IconVerticalSolidList"/>
    <dgm:cxn modelId="{A76C1F72-DACB-4E92-BB7B-56C9D0421466}" type="presParOf" srcId="{ACEC9288-F3A2-49F4-ABB8-DD69BB2AFEEB}" destId="{C70ECD06-597C-4FF1-A043-CAEAA729B4C6}" srcOrd="2" destOrd="0" presId="urn:microsoft.com/office/officeart/2018/2/layout/IconVerticalSolidList"/>
    <dgm:cxn modelId="{3BF50D6F-C432-4C31-BE7D-DA7635A0A375}" type="presParOf" srcId="{ACEC9288-F3A2-49F4-ABB8-DD69BB2AFEEB}" destId="{71999A78-324C-40EA-87EB-B22861AA3D76}" srcOrd="3" destOrd="0" presId="urn:microsoft.com/office/officeart/2018/2/layout/IconVerticalSolidList"/>
    <dgm:cxn modelId="{50ED2948-3DBA-4895-9D43-1E4F623091F0}" type="presParOf" srcId="{A517615B-FF77-48AE-953E-09727BB252DE}" destId="{E1ECC216-084D-4052-9637-D6C2F9580AF0}" srcOrd="3" destOrd="0" presId="urn:microsoft.com/office/officeart/2018/2/layout/IconVerticalSolidList"/>
    <dgm:cxn modelId="{6DE3FFA5-518F-4153-ABB1-C5605A16A55A}" type="presParOf" srcId="{A517615B-FF77-48AE-953E-09727BB252DE}" destId="{A8FF8FF4-87E9-4C1A-A113-41F1F36DDE89}" srcOrd="4" destOrd="0" presId="urn:microsoft.com/office/officeart/2018/2/layout/IconVerticalSolidList"/>
    <dgm:cxn modelId="{9722F505-8D51-4AEA-BAB2-5B34D5D974E5}" type="presParOf" srcId="{A8FF8FF4-87E9-4C1A-A113-41F1F36DDE89}" destId="{BE3B8762-E210-41D3-B47A-25D198BCA2F2}" srcOrd="0" destOrd="0" presId="urn:microsoft.com/office/officeart/2018/2/layout/IconVerticalSolidList"/>
    <dgm:cxn modelId="{8826D66E-E962-47B6-BC23-44AB7B9AABF9}" type="presParOf" srcId="{A8FF8FF4-87E9-4C1A-A113-41F1F36DDE89}" destId="{03E4AF66-6CA7-4DE2-BD1B-98033D86227F}" srcOrd="1" destOrd="0" presId="urn:microsoft.com/office/officeart/2018/2/layout/IconVerticalSolidList"/>
    <dgm:cxn modelId="{329C0CD6-F0EB-452E-AE2A-E3C8338FBC82}" type="presParOf" srcId="{A8FF8FF4-87E9-4C1A-A113-41F1F36DDE89}" destId="{07512DB6-1B97-4C73-A73D-626C86466543}" srcOrd="2" destOrd="0" presId="urn:microsoft.com/office/officeart/2018/2/layout/IconVerticalSolidList"/>
    <dgm:cxn modelId="{D8014901-4B68-40F5-B728-B138AAB60E21}" type="presParOf" srcId="{A8FF8FF4-87E9-4C1A-A113-41F1F36DDE89}" destId="{C60C9C62-C699-4785-963C-E3430DF59379}" srcOrd="3" destOrd="0" presId="urn:microsoft.com/office/officeart/2018/2/layout/IconVerticalSolidList"/>
    <dgm:cxn modelId="{D85CE25C-4C52-4EEF-A75C-AB4AF0C78709}" type="presParOf" srcId="{A517615B-FF77-48AE-953E-09727BB252DE}" destId="{0DDBD108-E53E-4255-A39C-9D06DDBF81B0}" srcOrd="5" destOrd="0" presId="urn:microsoft.com/office/officeart/2018/2/layout/IconVerticalSolidList"/>
    <dgm:cxn modelId="{73DCA06B-66BB-4F43-BD45-28BF67793831}" type="presParOf" srcId="{A517615B-FF77-48AE-953E-09727BB252DE}" destId="{4A3A3C93-7BAD-4E98-9625-9B96F041B479}" srcOrd="6" destOrd="0" presId="urn:microsoft.com/office/officeart/2018/2/layout/IconVerticalSolidList"/>
    <dgm:cxn modelId="{3D2BA793-25F6-4966-B151-D4009DF80693}" type="presParOf" srcId="{4A3A3C93-7BAD-4E98-9625-9B96F041B479}" destId="{5B7E5991-044F-4B59-B71D-22A7FE6B9752}" srcOrd="0" destOrd="0" presId="urn:microsoft.com/office/officeart/2018/2/layout/IconVerticalSolidList"/>
    <dgm:cxn modelId="{272E6244-3092-4B6E-BE07-89A820D49E27}" type="presParOf" srcId="{4A3A3C93-7BAD-4E98-9625-9B96F041B479}" destId="{74970D94-75B9-4968-9532-78274174D52A}" srcOrd="1" destOrd="0" presId="urn:microsoft.com/office/officeart/2018/2/layout/IconVerticalSolidList"/>
    <dgm:cxn modelId="{7213FA43-0FA4-409B-9E47-1DAA00F930C7}" type="presParOf" srcId="{4A3A3C93-7BAD-4E98-9625-9B96F041B479}" destId="{BECFFDD6-358E-42B9-8A75-C8941108CCA6}" srcOrd="2" destOrd="0" presId="urn:microsoft.com/office/officeart/2018/2/layout/IconVerticalSolidList"/>
    <dgm:cxn modelId="{02405278-8F13-445A-B3E5-102E07AC57AF}" type="presParOf" srcId="{4A3A3C93-7BAD-4E98-9625-9B96F041B479}" destId="{448DB349-7C57-4553-B498-56BD263F4B93}" srcOrd="3" destOrd="0" presId="urn:microsoft.com/office/officeart/2018/2/layout/IconVerticalSolidList"/>
    <dgm:cxn modelId="{C99EAE34-4B12-49E4-98BE-596D2FA950C0}" type="presParOf" srcId="{A517615B-FF77-48AE-953E-09727BB252DE}" destId="{32868397-6CA8-43BF-ABE6-97CA6CFB3397}" srcOrd="7" destOrd="0" presId="urn:microsoft.com/office/officeart/2018/2/layout/IconVerticalSolidList"/>
    <dgm:cxn modelId="{BC599D0B-A14B-4737-901B-125C066D6D0C}" type="presParOf" srcId="{A517615B-FF77-48AE-953E-09727BB252DE}" destId="{10CF94CE-CA59-403B-A64C-CA8A10BC739B}" srcOrd="8" destOrd="0" presId="urn:microsoft.com/office/officeart/2018/2/layout/IconVerticalSolidList"/>
    <dgm:cxn modelId="{89484D03-C5D6-4009-8243-77CFCD16E3AF}" type="presParOf" srcId="{10CF94CE-CA59-403B-A64C-CA8A10BC739B}" destId="{FCFDF591-5D42-4991-9FC6-A1ADB6006289}" srcOrd="0" destOrd="0" presId="urn:microsoft.com/office/officeart/2018/2/layout/IconVerticalSolidList"/>
    <dgm:cxn modelId="{D3A84BE7-168B-49B9-A26F-223710351FF2}" type="presParOf" srcId="{10CF94CE-CA59-403B-A64C-CA8A10BC739B}" destId="{6C12C971-FB39-49A9-B9E3-032EDFEA1A50}" srcOrd="1" destOrd="0" presId="urn:microsoft.com/office/officeart/2018/2/layout/IconVerticalSolidList"/>
    <dgm:cxn modelId="{3CAD6332-764A-4247-AD11-1D7087700CFF}" type="presParOf" srcId="{10CF94CE-CA59-403B-A64C-CA8A10BC739B}" destId="{672D21AF-C793-422B-9B82-2A8176ED77D4}" srcOrd="2" destOrd="0" presId="urn:microsoft.com/office/officeart/2018/2/layout/IconVerticalSolidList"/>
    <dgm:cxn modelId="{737B4F51-C04D-498D-A785-DDB08935953B}" type="presParOf" srcId="{10CF94CE-CA59-403B-A64C-CA8A10BC739B}" destId="{B907CD9A-8104-47D0-873C-60FCBFB3B8B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94CCC2B-C1D4-4658-930D-CD62A05AE3CA}"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3FF53546-3617-4536-960C-5EB5D1E9E6C9}">
      <dgm:prSet/>
      <dgm:spPr/>
      <dgm:t>
        <a:bodyPr/>
        <a:lstStyle/>
        <a:p>
          <a:pPr>
            <a:lnSpc>
              <a:spcPct val="100000"/>
            </a:lnSpc>
          </a:pPr>
          <a:r>
            <a:rPr lang="en-US"/>
            <a:t>Customers rarely buy software.</a:t>
          </a:r>
        </a:p>
      </dgm:t>
    </dgm:pt>
    <dgm:pt modelId="{96C4C23D-F01B-425B-A68B-4E27FB0FAB5E}" type="parTrans" cxnId="{E98FCD63-F983-4059-9A7D-37312F18E096}">
      <dgm:prSet/>
      <dgm:spPr/>
      <dgm:t>
        <a:bodyPr/>
        <a:lstStyle/>
        <a:p>
          <a:endParaRPr lang="en-US"/>
        </a:p>
      </dgm:t>
    </dgm:pt>
    <dgm:pt modelId="{5DD75638-CD0F-475A-B751-3A05B5BEB8E9}" type="sibTrans" cxnId="{E98FCD63-F983-4059-9A7D-37312F18E096}">
      <dgm:prSet/>
      <dgm:spPr/>
      <dgm:t>
        <a:bodyPr/>
        <a:lstStyle/>
        <a:p>
          <a:pPr>
            <a:lnSpc>
              <a:spcPct val="100000"/>
            </a:lnSpc>
          </a:pPr>
          <a:endParaRPr lang="en-US"/>
        </a:p>
      </dgm:t>
    </dgm:pt>
    <dgm:pt modelId="{DE0B9825-F5E5-43A9-82C5-AC5DF5291239}">
      <dgm:prSet/>
      <dgm:spPr/>
      <dgm:t>
        <a:bodyPr/>
        <a:lstStyle/>
        <a:p>
          <a:pPr>
            <a:lnSpc>
              <a:spcPct val="100000"/>
            </a:lnSpc>
          </a:pPr>
          <a:r>
            <a:rPr lang="en-US"/>
            <a:t>They buy:</a:t>
          </a:r>
        </a:p>
      </dgm:t>
    </dgm:pt>
    <dgm:pt modelId="{06A682F9-A63E-4055-8A32-14C48A57A6FB}" type="parTrans" cxnId="{A5FFB51C-E935-47CF-99BF-6D1EC6E30958}">
      <dgm:prSet/>
      <dgm:spPr/>
      <dgm:t>
        <a:bodyPr/>
        <a:lstStyle/>
        <a:p>
          <a:endParaRPr lang="en-US"/>
        </a:p>
      </dgm:t>
    </dgm:pt>
    <dgm:pt modelId="{A14AD520-1538-46C2-9BE0-761ECCFA8424}" type="sibTrans" cxnId="{A5FFB51C-E935-47CF-99BF-6D1EC6E30958}">
      <dgm:prSet/>
      <dgm:spPr/>
      <dgm:t>
        <a:bodyPr/>
        <a:lstStyle/>
        <a:p>
          <a:pPr>
            <a:lnSpc>
              <a:spcPct val="100000"/>
            </a:lnSpc>
          </a:pPr>
          <a:endParaRPr lang="en-US"/>
        </a:p>
      </dgm:t>
    </dgm:pt>
    <dgm:pt modelId="{46028791-00A2-45C1-89A0-9EDA613EEB64}">
      <dgm:prSet/>
      <dgm:spPr/>
      <dgm:t>
        <a:bodyPr/>
        <a:lstStyle/>
        <a:p>
          <a:pPr>
            <a:lnSpc>
              <a:spcPct val="100000"/>
            </a:lnSpc>
          </a:pPr>
          <a:r>
            <a:rPr lang="en-US"/>
            <a:t>• Time savings</a:t>
          </a:r>
        </a:p>
      </dgm:t>
    </dgm:pt>
    <dgm:pt modelId="{85564C46-20A2-4ECA-A6CA-C95FB38B3481}" type="parTrans" cxnId="{B8555171-A41D-499F-8A9F-D702EF328BF3}">
      <dgm:prSet/>
      <dgm:spPr/>
      <dgm:t>
        <a:bodyPr/>
        <a:lstStyle/>
        <a:p>
          <a:endParaRPr lang="en-US"/>
        </a:p>
      </dgm:t>
    </dgm:pt>
    <dgm:pt modelId="{BA1B098B-E770-464F-A9C8-9E96A6BC7AE9}" type="sibTrans" cxnId="{B8555171-A41D-499F-8A9F-D702EF328BF3}">
      <dgm:prSet/>
      <dgm:spPr/>
      <dgm:t>
        <a:bodyPr/>
        <a:lstStyle/>
        <a:p>
          <a:pPr>
            <a:lnSpc>
              <a:spcPct val="100000"/>
            </a:lnSpc>
          </a:pPr>
          <a:endParaRPr lang="en-US"/>
        </a:p>
      </dgm:t>
    </dgm:pt>
    <dgm:pt modelId="{27AD3499-DB1B-425C-B7CF-C26BB12C11AB}">
      <dgm:prSet/>
      <dgm:spPr/>
      <dgm:t>
        <a:bodyPr/>
        <a:lstStyle/>
        <a:p>
          <a:pPr>
            <a:lnSpc>
              <a:spcPct val="100000"/>
            </a:lnSpc>
          </a:pPr>
          <a:r>
            <a:rPr lang="en-US" dirty="0"/>
            <a:t>• Better decisions</a:t>
          </a:r>
        </a:p>
      </dgm:t>
    </dgm:pt>
    <dgm:pt modelId="{502DD4D0-9B1D-412E-BE32-ACC94A72D038}" type="parTrans" cxnId="{ABFB46D9-EF70-48CA-912B-5C5F9FD599EB}">
      <dgm:prSet/>
      <dgm:spPr/>
      <dgm:t>
        <a:bodyPr/>
        <a:lstStyle/>
        <a:p>
          <a:endParaRPr lang="en-US"/>
        </a:p>
      </dgm:t>
    </dgm:pt>
    <dgm:pt modelId="{CB2190B3-59C6-431F-A9BC-313D994C1E73}" type="sibTrans" cxnId="{ABFB46D9-EF70-48CA-912B-5C5F9FD599EB}">
      <dgm:prSet/>
      <dgm:spPr/>
      <dgm:t>
        <a:bodyPr/>
        <a:lstStyle/>
        <a:p>
          <a:pPr>
            <a:lnSpc>
              <a:spcPct val="100000"/>
            </a:lnSpc>
          </a:pPr>
          <a:endParaRPr lang="en-US"/>
        </a:p>
      </dgm:t>
    </dgm:pt>
    <dgm:pt modelId="{BD49A81F-AF52-430B-ACF8-8BB044606219}">
      <dgm:prSet/>
      <dgm:spPr/>
      <dgm:t>
        <a:bodyPr/>
        <a:lstStyle/>
        <a:p>
          <a:pPr>
            <a:lnSpc>
              <a:spcPct val="100000"/>
            </a:lnSpc>
          </a:pPr>
          <a:r>
            <a:rPr lang="en-US"/>
            <a:t>• Less risk</a:t>
          </a:r>
        </a:p>
      </dgm:t>
    </dgm:pt>
    <dgm:pt modelId="{2D2DD831-7DD8-4157-A9AD-BFB7261DFCA0}" type="parTrans" cxnId="{BF91E4F3-DAAD-49F1-B932-8E6EBAFF4C9C}">
      <dgm:prSet/>
      <dgm:spPr/>
      <dgm:t>
        <a:bodyPr/>
        <a:lstStyle/>
        <a:p>
          <a:endParaRPr lang="en-US"/>
        </a:p>
      </dgm:t>
    </dgm:pt>
    <dgm:pt modelId="{AB3D6E00-B8F3-461C-B6AC-702B7C94630B}" type="sibTrans" cxnId="{BF91E4F3-DAAD-49F1-B932-8E6EBAFF4C9C}">
      <dgm:prSet/>
      <dgm:spPr/>
      <dgm:t>
        <a:bodyPr/>
        <a:lstStyle/>
        <a:p>
          <a:pPr>
            <a:lnSpc>
              <a:spcPct val="100000"/>
            </a:lnSpc>
          </a:pPr>
          <a:endParaRPr lang="en-US"/>
        </a:p>
      </dgm:t>
    </dgm:pt>
    <dgm:pt modelId="{296845DA-9FC7-4AA0-ABFB-761820C4B6C4}">
      <dgm:prSet/>
      <dgm:spPr/>
      <dgm:t>
        <a:bodyPr/>
        <a:lstStyle/>
        <a:p>
          <a:pPr>
            <a:lnSpc>
              <a:spcPct val="100000"/>
            </a:lnSpc>
          </a:pPr>
          <a:r>
            <a:rPr lang="en-US"/>
            <a:t>• Improved outcomes</a:t>
          </a:r>
        </a:p>
      </dgm:t>
    </dgm:pt>
    <dgm:pt modelId="{47DD4540-8BE1-4103-BE2F-96B257A72ED7}" type="parTrans" cxnId="{A843EF1C-A6C3-4EBD-944B-BE13BAD17535}">
      <dgm:prSet/>
      <dgm:spPr/>
      <dgm:t>
        <a:bodyPr/>
        <a:lstStyle/>
        <a:p>
          <a:endParaRPr lang="en-US"/>
        </a:p>
      </dgm:t>
    </dgm:pt>
    <dgm:pt modelId="{718A55AF-0728-4D1C-B2F4-9639967C6037}" type="sibTrans" cxnId="{A843EF1C-A6C3-4EBD-944B-BE13BAD17535}">
      <dgm:prSet/>
      <dgm:spPr/>
      <dgm:t>
        <a:bodyPr/>
        <a:lstStyle/>
        <a:p>
          <a:endParaRPr lang="en-US"/>
        </a:p>
      </dgm:t>
    </dgm:pt>
    <dgm:pt modelId="{CF79550A-F823-45E1-9BB3-656C3CBED70D}" type="pres">
      <dgm:prSet presAssocID="{E94CCC2B-C1D4-4658-930D-CD62A05AE3CA}" presName="root" presStyleCnt="0">
        <dgm:presLayoutVars>
          <dgm:dir/>
          <dgm:resizeHandles val="exact"/>
        </dgm:presLayoutVars>
      </dgm:prSet>
      <dgm:spPr/>
    </dgm:pt>
    <dgm:pt modelId="{AFEDBDA8-AD0B-44DD-8F02-6D425B32190D}" type="pres">
      <dgm:prSet presAssocID="{E94CCC2B-C1D4-4658-930D-CD62A05AE3CA}" presName="container" presStyleCnt="0">
        <dgm:presLayoutVars>
          <dgm:dir/>
          <dgm:resizeHandles val="exact"/>
        </dgm:presLayoutVars>
      </dgm:prSet>
      <dgm:spPr/>
    </dgm:pt>
    <dgm:pt modelId="{C84CA86A-584F-41EE-9E0E-501E2942BAA4}" type="pres">
      <dgm:prSet presAssocID="{3FF53546-3617-4536-960C-5EB5D1E9E6C9}" presName="compNode" presStyleCnt="0"/>
      <dgm:spPr/>
    </dgm:pt>
    <dgm:pt modelId="{4C4B3789-3B58-47C1-BBDF-46AAFEF61E3A}" type="pres">
      <dgm:prSet presAssocID="{3FF53546-3617-4536-960C-5EB5D1E9E6C9}" presName="iconBgRect" presStyleLbl="bgShp" presStyleIdx="0" presStyleCnt="6"/>
      <dgm:spPr/>
    </dgm:pt>
    <dgm:pt modelId="{B45AA934-C220-4695-B0BB-554067CC7D79}" type="pres">
      <dgm:prSet presAssocID="{3FF53546-3617-4536-960C-5EB5D1E9E6C9}"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Register"/>
        </a:ext>
      </dgm:extLst>
    </dgm:pt>
    <dgm:pt modelId="{F192D81A-8D4E-4858-91BD-10FC3F7CC31C}" type="pres">
      <dgm:prSet presAssocID="{3FF53546-3617-4536-960C-5EB5D1E9E6C9}" presName="spaceRect" presStyleCnt="0"/>
      <dgm:spPr/>
    </dgm:pt>
    <dgm:pt modelId="{03498B32-238C-478F-ADB8-D8201B8D2C94}" type="pres">
      <dgm:prSet presAssocID="{3FF53546-3617-4536-960C-5EB5D1E9E6C9}" presName="textRect" presStyleLbl="revTx" presStyleIdx="0" presStyleCnt="6">
        <dgm:presLayoutVars>
          <dgm:chMax val="1"/>
          <dgm:chPref val="1"/>
        </dgm:presLayoutVars>
      </dgm:prSet>
      <dgm:spPr/>
    </dgm:pt>
    <dgm:pt modelId="{0F7759B3-82F2-4331-B5CA-89D44A83B88F}" type="pres">
      <dgm:prSet presAssocID="{5DD75638-CD0F-475A-B751-3A05B5BEB8E9}" presName="sibTrans" presStyleLbl="sibTrans2D1" presStyleIdx="0" presStyleCnt="0"/>
      <dgm:spPr/>
    </dgm:pt>
    <dgm:pt modelId="{DE96976E-4656-46E0-8704-1448CFA77F99}" type="pres">
      <dgm:prSet presAssocID="{DE0B9825-F5E5-43A9-82C5-AC5DF5291239}" presName="compNode" presStyleCnt="0"/>
      <dgm:spPr/>
    </dgm:pt>
    <dgm:pt modelId="{0C2A24FF-4202-4894-85B3-D7BD15BE6A5C}" type="pres">
      <dgm:prSet presAssocID="{DE0B9825-F5E5-43A9-82C5-AC5DF5291239}" presName="iconBgRect" presStyleLbl="bgShp" presStyleIdx="1" presStyleCnt="6"/>
      <dgm:spPr/>
    </dgm:pt>
    <dgm:pt modelId="{F619F2A9-5922-455F-8AD9-AC6262F4F29E}" type="pres">
      <dgm:prSet presAssocID="{DE0B9825-F5E5-43A9-82C5-AC5DF5291239}"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hopping basket"/>
        </a:ext>
      </dgm:extLst>
    </dgm:pt>
    <dgm:pt modelId="{7B2A4F21-0283-4B48-9DF1-7334F065B790}" type="pres">
      <dgm:prSet presAssocID="{DE0B9825-F5E5-43A9-82C5-AC5DF5291239}" presName="spaceRect" presStyleCnt="0"/>
      <dgm:spPr/>
    </dgm:pt>
    <dgm:pt modelId="{F94680DB-4038-4CFD-B61B-F6E2D354D5D9}" type="pres">
      <dgm:prSet presAssocID="{DE0B9825-F5E5-43A9-82C5-AC5DF5291239}" presName="textRect" presStyleLbl="revTx" presStyleIdx="1" presStyleCnt="6">
        <dgm:presLayoutVars>
          <dgm:chMax val="1"/>
          <dgm:chPref val="1"/>
        </dgm:presLayoutVars>
      </dgm:prSet>
      <dgm:spPr/>
    </dgm:pt>
    <dgm:pt modelId="{F4A69B3E-63B2-42BE-B214-3D69277D850C}" type="pres">
      <dgm:prSet presAssocID="{A14AD520-1538-46C2-9BE0-761ECCFA8424}" presName="sibTrans" presStyleLbl="sibTrans2D1" presStyleIdx="0" presStyleCnt="0"/>
      <dgm:spPr/>
    </dgm:pt>
    <dgm:pt modelId="{2953C7B6-3C33-4FA0-98A7-87BEC1D476A6}" type="pres">
      <dgm:prSet presAssocID="{46028791-00A2-45C1-89A0-9EDA613EEB64}" presName="compNode" presStyleCnt="0"/>
      <dgm:spPr/>
    </dgm:pt>
    <dgm:pt modelId="{E209C499-0C75-45D0-8792-152EDF54969A}" type="pres">
      <dgm:prSet presAssocID="{46028791-00A2-45C1-89A0-9EDA613EEB64}" presName="iconBgRect" presStyleLbl="bgShp" presStyleIdx="2" presStyleCnt="6"/>
      <dgm:spPr/>
    </dgm:pt>
    <dgm:pt modelId="{F32349E6-975E-4196-A132-074D791902B8}" type="pres">
      <dgm:prSet presAssocID="{46028791-00A2-45C1-89A0-9EDA613EEB64}"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iggy Bank"/>
        </a:ext>
      </dgm:extLst>
    </dgm:pt>
    <dgm:pt modelId="{DE5FF22B-D979-4379-B2AE-57B43606B173}" type="pres">
      <dgm:prSet presAssocID="{46028791-00A2-45C1-89A0-9EDA613EEB64}" presName="spaceRect" presStyleCnt="0"/>
      <dgm:spPr/>
    </dgm:pt>
    <dgm:pt modelId="{0D47B882-4BEB-4810-8E26-87EB0977FDDF}" type="pres">
      <dgm:prSet presAssocID="{46028791-00A2-45C1-89A0-9EDA613EEB64}" presName="textRect" presStyleLbl="revTx" presStyleIdx="2" presStyleCnt="6">
        <dgm:presLayoutVars>
          <dgm:chMax val="1"/>
          <dgm:chPref val="1"/>
        </dgm:presLayoutVars>
      </dgm:prSet>
      <dgm:spPr/>
    </dgm:pt>
    <dgm:pt modelId="{1B28973B-0FF6-4D65-A8A5-977B76634FCB}" type="pres">
      <dgm:prSet presAssocID="{BA1B098B-E770-464F-A9C8-9E96A6BC7AE9}" presName="sibTrans" presStyleLbl="sibTrans2D1" presStyleIdx="0" presStyleCnt="0"/>
      <dgm:spPr/>
    </dgm:pt>
    <dgm:pt modelId="{60161CFA-4939-4EAB-81E5-94C42C84B22E}" type="pres">
      <dgm:prSet presAssocID="{27AD3499-DB1B-425C-B7CF-C26BB12C11AB}" presName="compNode" presStyleCnt="0"/>
      <dgm:spPr/>
    </dgm:pt>
    <dgm:pt modelId="{7E55CEDA-0E90-44C9-BD75-0D8AFF9FBF3B}" type="pres">
      <dgm:prSet presAssocID="{27AD3499-DB1B-425C-B7CF-C26BB12C11AB}" presName="iconBgRect" presStyleLbl="bgShp" presStyleIdx="3" presStyleCnt="6"/>
      <dgm:spPr/>
    </dgm:pt>
    <dgm:pt modelId="{8C1DB959-A6D3-4BE4-8F45-382E105FDFE2}" type="pres">
      <dgm:prSet presAssocID="{27AD3499-DB1B-425C-B7CF-C26BB12C11AB}"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cales of Justice"/>
        </a:ext>
      </dgm:extLst>
    </dgm:pt>
    <dgm:pt modelId="{6F746B70-2343-4500-8F35-D2BB6B84C0D7}" type="pres">
      <dgm:prSet presAssocID="{27AD3499-DB1B-425C-B7CF-C26BB12C11AB}" presName="spaceRect" presStyleCnt="0"/>
      <dgm:spPr/>
    </dgm:pt>
    <dgm:pt modelId="{8335845A-D0E1-47E7-80D9-79B12A24EF7B}" type="pres">
      <dgm:prSet presAssocID="{27AD3499-DB1B-425C-B7CF-C26BB12C11AB}" presName="textRect" presStyleLbl="revTx" presStyleIdx="3" presStyleCnt="6">
        <dgm:presLayoutVars>
          <dgm:chMax val="1"/>
          <dgm:chPref val="1"/>
        </dgm:presLayoutVars>
      </dgm:prSet>
      <dgm:spPr/>
    </dgm:pt>
    <dgm:pt modelId="{3E9558AB-4BFC-43B6-BD9D-293FE1A6684D}" type="pres">
      <dgm:prSet presAssocID="{CB2190B3-59C6-431F-A9BC-313D994C1E73}" presName="sibTrans" presStyleLbl="sibTrans2D1" presStyleIdx="0" presStyleCnt="0"/>
      <dgm:spPr/>
    </dgm:pt>
    <dgm:pt modelId="{A7E2CEAA-4BE0-4D40-AEFB-F1B80145AC1F}" type="pres">
      <dgm:prSet presAssocID="{BD49A81F-AF52-430B-ACF8-8BB044606219}" presName="compNode" presStyleCnt="0"/>
      <dgm:spPr/>
    </dgm:pt>
    <dgm:pt modelId="{CB9B6D37-4E89-4B0E-9F03-059841C07BA7}" type="pres">
      <dgm:prSet presAssocID="{BD49A81F-AF52-430B-ACF8-8BB044606219}" presName="iconBgRect" presStyleLbl="bgShp" presStyleIdx="4" presStyleCnt="6"/>
      <dgm:spPr/>
    </dgm:pt>
    <dgm:pt modelId="{5F2213D2-829D-4E6D-8B0E-34DB0A5AD866}" type="pres">
      <dgm:prSet presAssocID="{BD49A81F-AF52-430B-ACF8-8BB044606219}"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Radioactive"/>
        </a:ext>
      </dgm:extLst>
    </dgm:pt>
    <dgm:pt modelId="{6138F82B-9A3B-4C31-96C9-B3CDF086FAFF}" type="pres">
      <dgm:prSet presAssocID="{BD49A81F-AF52-430B-ACF8-8BB044606219}" presName="spaceRect" presStyleCnt="0"/>
      <dgm:spPr/>
    </dgm:pt>
    <dgm:pt modelId="{44045875-FCE0-48AE-A94A-720D9A8C75CB}" type="pres">
      <dgm:prSet presAssocID="{BD49A81F-AF52-430B-ACF8-8BB044606219}" presName="textRect" presStyleLbl="revTx" presStyleIdx="4" presStyleCnt="6">
        <dgm:presLayoutVars>
          <dgm:chMax val="1"/>
          <dgm:chPref val="1"/>
        </dgm:presLayoutVars>
      </dgm:prSet>
      <dgm:spPr/>
    </dgm:pt>
    <dgm:pt modelId="{2F0E6C50-7825-413D-8186-8375ADD5F1AA}" type="pres">
      <dgm:prSet presAssocID="{AB3D6E00-B8F3-461C-B6AC-702B7C94630B}" presName="sibTrans" presStyleLbl="sibTrans2D1" presStyleIdx="0" presStyleCnt="0"/>
      <dgm:spPr/>
    </dgm:pt>
    <dgm:pt modelId="{064EAE71-CA07-46C1-9901-28779ECFD8B4}" type="pres">
      <dgm:prSet presAssocID="{296845DA-9FC7-4AA0-ABFB-761820C4B6C4}" presName="compNode" presStyleCnt="0"/>
      <dgm:spPr/>
    </dgm:pt>
    <dgm:pt modelId="{E3CEA46E-79B7-4559-B2CC-3B2FC2B469F8}" type="pres">
      <dgm:prSet presAssocID="{296845DA-9FC7-4AA0-ABFB-761820C4B6C4}" presName="iconBgRect" presStyleLbl="bgShp" presStyleIdx="5" presStyleCnt="6"/>
      <dgm:spPr/>
    </dgm:pt>
    <dgm:pt modelId="{4DB420B8-0D76-4E37-978B-2D4E1DCF5017}" type="pres">
      <dgm:prSet presAssocID="{296845DA-9FC7-4AA0-ABFB-761820C4B6C4}"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pward trend"/>
        </a:ext>
      </dgm:extLst>
    </dgm:pt>
    <dgm:pt modelId="{B832519D-E3AF-4259-A856-D6A2AED8E67F}" type="pres">
      <dgm:prSet presAssocID="{296845DA-9FC7-4AA0-ABFB-761820C4B6C4}" presName="spaceRect" presStyleCnt="0"/>
      <dgm:spPr/>
    </dgm:pt>
    <dgm:pt modelId="{345D6875-4CA5-4050-AF7B-0E07D60F4E29}" type="pres">
      <dgm:prSet presAssocID="{296845DA-9FC7-4AA0-ABFB-761820C4B6C4}" presName="textRect" presStyleLbl="revTx" presStyleIdx="5" presStyleCnt="6">
        <dgm:presLayoutVars>
          <dgm:chMax val="1"/>
          <dgm:chPref val="1"/>
        </dgm:presLayoutVars>
      </dgm:prSet>
      <dgm:spPr/>
    </dgm:pt>
  </dgm:ptLst>
  <dgm:cxnLst>
    <dgm:cxn modelId="{2C22E805-F8E6-4AA3-A0B1-95055469FF18}" type="presOf" srcId="{BD49A81F-AF52-430B-ACF8-8BB044606219}" destId="{44045875-FCE0-48AE-A94A-720D9A8C75CB}" srcOrd="0" destOrd="0" presId="urn:microsoft.com/office/officeart/2018/2/layout/IconCircleList"/>
    <dgm:cxn modelId="{CE713F07-7D22-4370-9EAE-788E2AFB123A}" type="presOf" srcId="{E94CCC2B-C1D4-4658-930D-CD62A05AE3CA}" destId="{CF79550A-F823-45E1-9BB3-656C3CBED70D}" srcOrd="0" destOrd="0" presId="urn:microsoft.com/office/officeart/2018/2/layout/IconCircleList"/>
    <dgm:cxn modelId="{A5FFB51C-E935-47CF-99BF-6D1EC6E30958}" srcId="{E94CCC2B-C1D4-4658-930D-CD62A05AE3CA}" destId="{DE0B9825-F5E5-43A9-82C5-AC5DF5291239}" srcOrd="1" destOrd="0" parTransId="{06A682F9-A63E-4055-8A32-14C48A57A6FB}" sibTransId="{A14AD520-1538-46C2-9BE0-761ECCFA8424}"/>
    <dgm:cxn modelId="{A843EF1C-A6C3-4EBD-944B-BE13BAD17535}" srcId="{E94CCC2B-C1D4-4658-930D-CD62A05AE3CA}" destId="{296845DA-9FC7-4AA0-ABFB-761820C4B6C4}" srcOrd="5" destOrd="0" parTransId="{47DD4540-8BE1-4103-BE2F-96B257A72ED7}" sibTransId="{718A55AF-0728-4D1C-B2F4-9639967C6037}"/>
    <dgm:cxn modelId="{CE1B7E2A-79CB-434B-AE59-0B1A5B2CB67D}" type="presOf" srcId="{A14AD520-1538-46C2-9BE0-761ECCFA8424}" destId="{F4A69B3E-63B2-42BE-B214-3D69277D850C}" srcOrd="0" destOrd="0" presId="urn:microsoft.com/office/officeart/2018/2/layout/IconCircleList"/>
    <dgm:cxn modelId="{E98FCD63-F983-4059-9A7D-37312F18E096}" srcId="{E94CCC2B-C1D4-4658-930D-CD62A05AE3CA}" destId="{3FF53546-3617-4536-960C-5EB5D1E9E6C9}" srcOrd="0" destOrd="0" parTransId="{96C4C23D-F01B-425B-A68B-4E27FB0FAB5E}" sibTransId="{5DD75638-CD0F-475A-B751-3A05B5BEB8E9}"/>
    <dgm:cxn modelId="{51E16547-8BCE-400D-A651-CB951472F61B}" type="presOf" srcId="{46028791-00A2-45C1-89A0-9EDA613EEB64}" destId="{0D47B882-4BEB-4810-8E26-87EB0977FDDF}" srcOrd="0" destOrd="0" presId="urn:microsoft.com/office/officeart/2018/2/layout/IconCircleList"/>
    <dgm:cxn modelId="{B2695C68-418A-4F2F-BEC8-D231A6483267}" type="presOf" srcId="{DE0B9825-F5E5-43A9-82C5-AC5DF5291239}" destId="{F94680DB-4038-4CFD-B61B-F6E2D354D5D9}" srcOrd="0" destOrd="0" presId="urn:microsoft.com/office/officeart/2018/2/layout/IconCircleList"/>
    <dgm:cxn modelId="{B8555171-A41D-499F-8A9F-D702EF328BF3}" srcId="{E94CCC2B-C1D4-4658-930D-CD62A05AE3CA}" destId="{46028791-00A2-45C1-89A0-9EDA613EEB64}" srcOrd="2" destOrd="0" parTransId="{85564C46-20A2-4ECA-A6CA-C95FB38B3481}" sibTransId="{BA1B098B-E770-464F-A9C8-9E96A6BC7AE9}"/>
    <dgm:cxn modelId="{272A8280-663F-41EC-9477-6FDC1576AC11}" type="presOf" srcId="{296845DA-9FC7-4AA0-ABFB-761820C4B6C4}" destId="{345D6875-4CA5-4050-AF7B-0E07D60F4E29}" srcOrd="0" destOrd="0" presId="urn:microsoft.com/office/officeart/2018/2/layout/IconCircleList"/>
    <dgm:cxn modelId="{C3E8FE93-0BBF-415D-AD23-24534BB02033}" type="presOf" srcId="{BA1B098B-E770-464F-A9C8-9E96A6BC7AE9}" destId="{1B28973B-0FF6-4D65-A8A5-977B76634FCB}" srcOrd="0" destOrd="0" presId="urn:microsoft.com/office/officeart/2018/2/layout/IconCircleList"/>
    <dgm:cxn modelId="{B1EFEDCE-66FC-4F41-B9E2-505E5467782E}" type="presOf" srcId="{CB2190B3-59C6-431F-A9BC-313D994C1E73}" destId="{3E9558AB-4BFC-43B6-BD9D-293FE1A6684D}" srcOrd="0" destOrd="0" presId="urn:microsoft.com/office/officeart/2018/2/layout/IconCircleList"/>
    <dgm:cxn modelId="{06DC7FCF-0899-49BD-901E-0650E32C7E61}" type="presOf" srcId="{3FF53546-3617-4536-960C-5EB5D1E9E6C9}" destId="{03498B32-238C-478F-ADB8-D8201B8D2C94}" srcOrd="0" destOrd="0" presId="urn:microsoft.com/office/officeart/2018/2/layout/IconCircleList"/>
    <dgm:cxn modelId="{ABFB46D9-EF70-48CA-912B-5C5F9FD599EB}" srcId="{E94CCC2B-C1D4-4658-930D-CD62A05AE3CA}" destId="{27AD3499-DB1B-425C-B7CF-C26BB12C11AB}" srcOrd="3" destOrd="0" parTransId="{502DD4D0-9B1D-412E-BE32-ACC94A72D038}" sibTransId="{CB2190B3-59C6-431F-A9BC-313D994C1E73}"/>
    <dgm:cxn modelId="{CF427EE4-FB47-4BAC-9D47-BAEA25CEEDDA}" type="presOf" srcId="{AB3D6E00-B8F3-461C-B6AC-702B7C94630B}" destId="{2F0E6C50-7825-413D-8186-8375ADD5F1AA}" srcOrd="0" destOrd="0" presId="urn:microsoft.com/office/officeart/2018/2/layout/IconCircleList"/>
    <dgm:cxn modelId="{CE11A6EB-B461-4FB8-856D-83B8D6403C04}" type="presOf" srcId="{27AD3499-DB1B-425C-B7CF-C26BB12C11AB}" destId="{8335845A-D0E1-47E7-80D9-79B12A24EF7B}" srcOrd="0" destOrd="0" presId="urn:microsoft.com/office/officeart/2018/2/layout/IconCircleList"/>
    <dgm:cxn modelId="{BF91E4F3-DAAD-49F1-B932-8E6EBAFF4C9C}" srcId="{E94CCC2B-C1D4-4658-930D-CD62A05AE3CA}" destId="{BD49A81F-AF52-430B-ACF8-8BB044606219}" srcOrd="4" destOrd="0" parTransId="{2D2DD831-7DD8-4157-A9AD-BFB7261DFCA0}" sibTransId="{AB3D6E00-B8F3-461C-B6AC-702B7C94630B}"/>
    <dgm:cxn modelId="{5E51FCF9-099E-4B3B-B26F-2B9ABE20E9D1}" type="presOf" srcId="{5DD75638-CD0F-475A-B751-3A05B5BEB8E9}" destId="{0F7759B3-82F2-4331-B5CA-89D44A83B88F}" srcOrd="0" destOrd="0" presId="urn:microsoft.com/office/officeart/2018/2/layout/IconCircleList"/>
    <dgm:cxn modelId="{AC8A010D-CDA0-4B9E-A1CD-ADF421F4AAA6}" type="presParOf" srcId="{CF79550A-F823-45E1-9BB3-656C3CBED70D}" destId="{AFEDBDA8-AD0B-44DD-8F02-6D425B32190D}" srcOrd="0" destOrd="0" presId="urn:microsoft.com/office/officeart/2018/2/layout/IconCircleList"/>
    <dgm:cxn modelId="{850792AB-8B73-4E8C-92DE-FA81C02186D1}" type="presParOf" srcId="{AFEDBDA8-AD0B-44DD-8F02-6D425B32190D}" destId="{C84CA86A-584F-41EE-9E0E-501E2942BAA4}" srcOrd="0" destOrd="0" presId="urn:microsoft.com/office/officeart/2018/2/layout/IconCircleList"/>
    <dgm:cxn modelId="{DE798A16-CEB3-423E-9B48-7CF374FE5E64}" type="presParOf" srcId="{C84CA86A-584F-41EE-9E0E-501E2942BAA4}" destId="{4C4B3789-3B58-47C1-BBDF-46AAFEF61E3A}" srcOrd="0" destOrd="0" presId="urn:microsoft.com/office/officeart/2018/2/layout/IconCircleList"/>
    <dgm:cxn modelId="{E451BBB0-8EF8-45C1-A740-B80A17FA8F83}" type="presParOf" srcId="{C84CA86A-584F-41EE-9E0E-501E2942BAA4}" destId="{B45AA934-C220-4695-B0BB-554067CC7D79}" srcOrd="1" destOrd="0" presId="urn:microsoft.com/office/officeart/2018/2/layout/IconCircleList"/>
    <dgm:cxn modelId="{B5C225E2-5FEE-4767-8836-0819B68369D3}" type="presParOf" srcId="{C84CA86A-584F-41EE-9E0E-501E2942BAA4}" destId="{F192D81A-8D4E-4858-91BD-10FC3F7CC31C}" srcOrd="2" destOrd="0" presId="urn:microsoft.com/office/officeart/2018/2/layout/IconCircleList"/>
    <dgm:cxn modelId="{6A93AB48-4A83-4FFF-BFA3-65C38F398D83}" type="presParOf" srcId="{C84CA86A-584F-41EE-9E0E-501E2942BAA4}" destId="{03498B32-238C-478F-ADB8-D8201B8D2C94}" srcOrd="3" destOrd="0" presId="urn:microsoft.com/office/officeart/2018/2/layout/IconCircleList"/>
    <dgm:cxn modelId="{16017582-BF08-4166-9EA8-90F8598F68B1}" type="presParOf" srcId="{AFEDBDA8-AD0B-44DD-8F02-6D425B32190D}" destId="{0F7759B3-82F2-4331-B5CA-89D44A83B88F}" srcOrd="1" destOrd="0" presId="urn:microsoft.com/office/officeart/2018/2/layout/IconCircleList"/>
    <dgm:cxn modelId="{66D6AE0F-A33C-456B-8078-E5481BC04F03}" type="presParOf" srcId="{AFEDBDA8-AD0B-44DD-8F02-6D425B32190D}" destId="{DE96976E-4656-46E0-8704-1448CFA77F99}" srcOrd="2" destOrd="0" presId="urn:microsoft.com/office/officeart/2018/2/layout/IconCircleList"/>
    <dgm:cxn modelId="{7DBF25FA-DE4B-4003-897B-B7C546836887}" type="presParOf" srcId="{DE96976E-4656-46E0-8704-1448CFA77F99}" destId="{0C2A24FF-4202-4894-85B3-D7BD15BE6A5C}" srcOrd="0" destOrd="0" presId="urn:microsoft.com/office/officeart/2018/2/layout/IconCircleList"/>
    <dgm:cxn modelId="{11181CF4-BD93-4C26-8CBD-256D63BCD760}" type="presParOf" srcId="{DE96976E-4656-46E0-8704-1448CFA77F99}" destId="{F619F2A9-5922-455F-8AD9-AC6262F4F29E}" srcOrd="1" destOrd="0" presId="urn:microsoft.com/office/officeart/2018/2/layout/IconCircleList"/>
    <dgm:cxn modelId="{87E17B75-F45A-4A77-9361-B29B7AAAE6F3}" type="presParOf" srcId="{DE96976E-4656-46E0-8704-1448CFA77F99}" destId="{7B2A4F21-0283-4B48-9DF1-7334F065B790}" srcOrd="2" destOrd="0" presId="urn:microsoft.com/office/officeart/2018/2/layout/IconCircleList"/>
    <dgm:cxn modelId="{D0A3721B-D45A-4962-B8A2-231942EDBEF5}" type="presParOf" srcId="{DE96976E-4656-46E0-8704-1448CFA77F99}" destId="{F94680DB-4038-4CFD-B61B-F6E2D354D5D9}" srcOrd="3" destOrd="0" presId="urn:microsoft.com/office/officeart/2018/2/layout/IconCircleList"/>
    <dgm:cxn modelId="{CF490154-CA69-400D-BCEE-7B1AA844199F}" type="presParOf" srcId="{AFEDBDA8-AD0B-44DD-8F02-6D425B32190D}" destId="{F4A69B3E-63B2-42BE-B214-3D69277D850C}" srcOrd="3" destOrd="0" presId="urn:microsoft.com/office/officeart/2018/2/layout/IconCircleList"/>
    <dgm:cxn modelId="{78FC5089-01F5-4154-BDFF-AE92A8E45DA6}" type="presParOf" srcId="{AFEDBDA8-AD0B-44DD-8F02-6D425B32190D}" destId="{2953C7B6-3C33-4FA0-98A7-87BEC1D476A6}" srcOrd="4" destOrd="0" presId="urn:microsoft.com/office/officeart/2018/2/layout/IconCircleList"/>
    <dgm:cxn modelId="{3DE927E1-52CE-4369-9BF0-C5039DC0E12A}" type="presParOf" srcId="{2953C7B6-3C33-4FA0-98A7-87BEC1D476A6}" destId="{E209C499-0C75-45D0-8792-152EDF54969A}" srcOrd="0" destOrd="0" presId="urn:microsoft.com/office/officeart/2018/2/layout/IconCircleList"/>
    <dgm:cxn modelId="{A5332119-EF1C-4855-A84C-081FF8475D30}" type="presParOf" srcId="{2953C7B6-3C33-4FA0-98A7-87BEC1D476A6}" destId="{F32349E6-975E-4196-A132-074D791902B8}" srcOrd="1" destOrd="0" presId="urn:microsoft.com/office/officeart/2018/2/layout/IconCircleList"/>
    <dgm:cxn modelId="{DB266064-3EA2-4915-AF3F-2986079A619D}" type="presParOf" srcId="{2953C7B6-3C33-4FA0-98A7-87BEC1D476A6}" destId="{DE5FF22B-D979-4379-B2AE-57B43606B173}" srcOrd="2" destOrd="0" presId="urn:microsoft.com/office/officeart/2018/2/layout/IconCircleList"/>
    <dgm:cxn modelId="{3C546A69-5020-40D8-890C-872B00AF7779}" type="presParOf" srcId="{2953C7B6-3C33-4FA0-98A7-87BEC1D476A6}" destId="{0D47B882-4BEB-4810-8E26-87EB0977FDDF}" srcOrd="3" destOrd="0" presId="urn:microsoft.com/office/officeart/2018/2/layout/IconCircleList"/>
    <dgm:cxn modelId="{A31DF22F-3F30-4995-8FCC-CDF42A0E5826}" type="presParOf" srcId="{AFEDBDA8-AD0B-44DD-8F02-6D425B32190D}" destId="{1B28973B-0FF6-4D65-A8A5-977B76634FCB}" srcOrd="5" destOrd="0" presId="urn:microsoft.com/office/officeart/2018/2/layout/IconCircleList"/>
    <dgm:cxn modelId="{06B339A1-827C-4767-8C76-1F46214F2000}" type="presParOf" srcId="{AFEDBDA8-AD0B-44DD-8F02-6D425B32190D}" destId="{60161CFA-4939-4EAB-81E5-94C42C84B22E}" srcOrd="6" destOrd="0" presId="urn:microsoft.com/office/officeart/2018/2/layout/IconCircleList"/>
    <dgm:cxn modelId="{D7AF2C0E-FEDD-4F2D-9435-B522FD61ADF8}" type="presParOf" srcId="{60161CFA-4939-4EAB-81E5-94C42C84B22E}" destId="{7E55CEDA-0E90-44C9-BD75-0D8AFF9FBF3B}" srcOrd="0" destOrd="0" presId="urn:microsoft.com/office/officeart/2018/2/layout/IconCircleList"/>
    <dgm:cxn modelId="{A309AAB8-8278-4C48-95DD-97CA2DECB4AF}" type="presParOf" srcId="{60161CFA-4939-4EAB-81E5-94C42C84B22E}" destId="{8C1DB959-A6D3-4BE4-8F45-382E105FDFE2}" srcOrd="1" destOrd="0" presId="urn:microsoft.com/office/officeart/2018/2/layout/IconCircleList"/>
    <dgm:cxn modelId="{A86AAFDD-DF91-4500-91CD-2BAD360005BF}" type="presParOf" srcId="{60161CFA-4939-4EAB-81E5-94C42C84B22E}" destId="{6F746B70-2343-4500-8F35-D2BB6B84C0D7}" srcOrd="2" destOrd="0" presId="urn:microsoft.com/office/officeart/2018/2/layout/IconCircleList"/>
    <dgm:cxn modelId="{771AAE6C-7C71-4B6A-A8CE-2AA4961CE0C1}" type="presParOf" srcId="{60161CFA-4939-4EAB-81E5-94C42C84B22E}" destId="{8335845A-D0E1-47E7-80D9-79B12A24EF7B}" srcOrd="3" destOrd="0" presId="urn:microsoft.com/office/officeart/2018/2/layout/IconCircleList"/>
    <dgm:cxn modelId="{8B145B0A-291E-4A82-BDE2-EC1BC07C9A1D}" type="presParOf" srcId="{AFEDBDA8-AD0B-44DD-8F02-6D425B32190D}" destId="{3E9558AB-4BFC-43B6-BD9D-293FE1A6684D}" srcOrd="7" destOrd="0" presId="urn:microsoft.com/office/officeart/2018/2/layout/IconCircleList"/>
    <dgm:cxn modelId="{A674BB91-9248-4030-9B13-BCAE386B251B}" type="presParOf" srcId="{AFEDBDA8-AD0B-44DD-8F02-6D425B32190D}" destId="{A7E2CEAA-4BE0-4D40-AEFB-F1B80145AC1F}" srcOrd="8" destOrd="0" presId="urn:microsoft.com/office/officeart/2018/2/layout/IconCircleList"/>
    <dgm:cxn modelId="{42D0101D-43C1-40FE-B06B-199705E698D4}" type="presParOf" srcId="{A7E2CEAA-4BE0-4D40-AEFB-F1B80145AC1F}" destId="{CB9B6D37-4E89-4B0E-9F03-059841C07BA7}" srcOrd="0" destOrd="0" presId="urn:microsoft.com/office/officeart/2018/2/layout/IconCircleList"/>
    <dgm:cxn modelId="{C61CFEDC-45BE-4D68-8E9B-8133054FE4E7}" type="presParOf" srcId="{A7E2CEAA-4BE0-4D40-AEFB-F1B80145AC1F}" destId="{5F2213D2-829D-4E6D-8B0E-34DB0A5AD866}" srcOrd="1" destOrd="0" presId="urn:microsoft.com/office/officeart/2018/2/layout/IconCircleList"/>
    <dgm:cxn modelId="{55989FE8-47AF-49E7-91E7-113BBEB424C5}" type="presParOf" srcId="{A7E2CEAA-4BE0-4D40-AEFB-F1B80145AC1F}" destId="{6138F82B-9A3B-4C31-96C9-B3CDF086FAFF}" srcOrd="2" destOrd="0" presId="urn:microsoft.com/office/officeart/2018/2/layout/IconCircleList"/>
    <dgm:cxn modelId="{DA326E1C-0C00-4B7B-A0CE-AA322F376F76}" type="presParOf" srcId="{A7E2CEAA-4BE0-4D40-AEFB-F1B80145AC1F}" destId="{44045875-FCE0-48AE-A94A-720D9A8C75CB}" srcOrd="3" destOrd="0" presId="urn:microsoft.com/office/officeart/2018/2/layout/IconCircleList"/>
    <dgm:cxn modelId="{6ECDBA6A-EA01-4D71-BD99-99BF327459F9}" type="presParOf" srcId="{AFEDBDA8-AD0B-44DD-8F02-6D425B32190D}" destId="{2F0E6C50-7825-413D-8186-8375ADD5F1AA}" srcOrd="9" destOrd="0" presId="urn:microsoft.com/office/officeart/2018/2/layout/IconCircleList"/>
    <dgm:cxn modelId="{76564993-7C1C-421A-BF74-F850B452A34F}" type="presParOf" srcId="{AFEDBDA8-AD0B-44DD-8F02-6D425B32190D}" destId="{064EAE71-CA07-46C1-9901-28779ECFD8B4}" srcOrd="10" destOrd="0" presId="urn:microsoft.com/office/officeart/2018/2/layout/IconCircleList"/>
    <dgm:cxn modelId="{164A1A19-65C3-4EB8-BC7F-050C3D61E234}" type="presParOf" srcId="{064EAE71-CA07-46C1-9901-28779ECFD8B4}" destId="{E3CEA46E-79B7-4559-B2CC-3B2FC2B469F8}" srcOrd="0" destOrd="0" presId="urn:microsoft.com/office/officeart/2018/2/layout/IconCircleList"/>
    <dgm:cxn modelId="{01623E63-07DE-461C-9E41-BDDDB0A4B27C}" type="presParOf" srcId="{064EAE71-CA07-46C1-9901-28779ECFD8B4}" destId="{4DB420B8-0D76-4E37-978B-2D4E1DCF5017}" srcOrd="1" destOrd="0" presId="urn:microsoft.com/office/officeart/2018/2/layout/IconCircleList"/>
    <dgm:cxn modelId="{5C663B93-E79E-4C60-B3A1-ECE655AE3209}" type="presParOf" srcId="{064EAE71-CA07-46C1-9901-28779ECFD8B4}" destId="{B832519D-E3AF-4259-A856-D6A2AED8E67F}" srcOrd="2" destOrd="0" presId="urn:microsoft.com/office/officeart/2018/2/layout/IconCircleList"/>
    <dgm:cxn modelId="{BEF3EA14-C4B1-4DCA-9570-207D37CB3662}" type="presParOf" srcId="{064EAE71-CA07-46C1-9901-28779ECFD8B4}" destId="{345D6875-4CA5-4050-AF7B-0E07D60F4E29}"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D16C76D-422A-4ACD-BCBD-77E7647C664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5DC5009-A83D-4F75-A815-B8D21250AC5F}">
      <dgm:prSet/>
      <dgm:spPr/>
      <dgm:t>
        <a:bodyPr/>
        <a:lstStyle/>
        <a:p>
          <a:pPr>
            <a:lnSpc>
              <a:spcPct val="100000"/>
            </a:lnSpc>
          </a:pPr>
          <a:r>
            <a:rPr lang="en-US"/>
            <a:t>The best salespeople don't have the best pitches.</a:t>
          </a:r>
        </a:p>
      </dgm:t>
    </dgm:pt>
    <dgm:pt modelId="{A20399F1-BD72-4A7A-9992-7D2551A864CC}" type="parTrans" cxnId="{9B2E5230-5182-40A0-8E8B-BB8AE0F9E8BF}">
      <dgm:prSet/>
      <dgm:spPr/>
      <dgm:t>
        <a:bodyPr/>
        <a:lstStyle/>
        <a:p>
          <a:endParaRPr lang="en-US"/>
        </a:p>
      </dgm:t>
    </dgm:pt>
    <dgm:pt modelId="{4A8A8465-170D-42FC-9BC6-7D8F4300F9F1}" type="sibTrans" cxnId="{9B2E5230-5182-40A0-8E8B-BB8AE0F9E8BF}">
      <dgm:prSet/>
      <dgm:spPr/>
      <dgm:t>
        <a:bodyPr/>
        <a:lstStyle/>
        <a:p>
          <a:endParaRPr lang="en-US"/>
        </a:p>
      </dgm:t>
    </dgm:pt>
    <dgm:pt modelId="{CBC34EA4-B93A-4E78-854B-6ACF0E4FEF71}">
      <dgm:prSet/>
      <dgm:spPr/>
      <dgm:t>
        <a:bodyPr/>
        <a:lstStyle/>
        <a:p>
          <a:pPr>
            <a:lnSpc>
              <a:spcPct val="100000"/>
            </a:lnSpc>
          </a:pPr>
          <a:r>
            <a:rPr lang="en-US"/>
            <a:t>They ask the best questions.</a:t>
          </a:r>
        </a:p>
      </dgm:t>
    </dgm:pt>
    <dgm:pt modelId="{20DC8BBA-4A5D-4044-8C79-37B5389C9A92}" type="parTrans" cxnId="{B4124507-CE83-4D44-999C-E348EDA6594F}">
      <dgm:prSet/>
      <dgm:spPr/>
      <dgm:t>
        <a:bodyPr/>
        <a:lstStyle/>
        <a:p>
          <a:endParaRPr lang="en-US"/>
        </a:p>
      </dgm:t>
    </dgm:pt>
    <dgm:pt modelId="{FD87AD2C-1EAA-4EBB-94AD-D97EF4367AA8}" type="sibTrans" cxnId="{B4124507-CE83-4D44-999C-E348EDA6594F}">
      <dgm:prSet/>
      <dgm:spPr/>
      <dgm:t>
        <a:bodyPr/>
        <a:lstStyle/>
        <a:p>
          <a:endParaRPr lang="en-US"/>
        </a:p>
      </dgm:t>
    </dgm:pt>
    <dgm:pt modelId="{A01E73B0-9EE8-49DF-AC47-7524ED668567}">
      <dgm:prSet/>
      <dgm:spPr/>
      <dgm:t>
        <a:bodyPr/>
        <a:lstStyle/>
        <a:p>
          <a:pPr>
            <a:lnSpc>
              <a:spcPct val="100000"/>
            </a:lnSpc>
          </a:pPr>
          <a:r>
            <a:rPr lang="en-US"/>
            <a:t>Curiosity → Understanding → Trust → Value</a:t>
          </a:r>
        </a:p>
      </dgm:t>
    </dgm:pt>
    <dgm:pt modelId="{5726AEE6-C8CA-413C-AF30-5083A7DE1B36}" type="parTrans" cxnId="{4EC9507D-4F46-4A4B-A768-009D1C02E7E1}">
      <dgm:prSet/>
      <dgm:spPr/>
      <dgm:t>
        <a:bodyPr/>
        <a:lstStyle/>
        <a:p>
          <a:endParaRPr lang="en-US"/>
        </a:p>
      </dgm:t>
    </dgm:pt>
    <dgm:pt modelId="{BF692A1B-317A-4810-B266-D729977A2ED3}" type="sibTrans" cxnId="{4EC9507D-4F46-4A4B-A768-009D1C02E7E1}">
      <dgm:prSet/>
      <dgm:spPr/>
      <dgm:t>
        <a:bodyPr/>
        <a:lstStyle/>
        <a:p>
          <a:endParaRPr lang="en-US"/>
        </a:p>
      </dgm:t>
    </dgm:pt>
    <dgm:pt modelId="{308A7176-EB4B-43E0-ADB1-F1FFE6A0092E}" type="pres">
      <dgm:prSet presAssocID="{6D16C76D-422A-4ACD-BCBD-77E7647C6640}" presName="root" presStyleCnt="0">
        <dgm:presLayoutVars>
          <dgm:dir/>
          <dgm:resizeHandles val="exact"/>
        </dgm:presLayoutVars>
      </dgm:prSet>
      <dgm:spPr/>
    </dgm:pt>
    <dgm:pt modelId="{72925EAC-E9DB-49FB-89AF-1BBEF391BF27}" type="pres">
      <dgm:prSet presAssocID="{05DC5009-A83D-4F75-A815-B8D21250AC5F}" presName="compNode" presStyleCnt="0"/>
      <dgm:spPr/>
    </dgm:pt>
    <dgm:pt modelId="{B3969180-9EA3-41C5-9905-5AC9C6E0F78D}" type="pres">
      <dgm:prSet presAssocID="{05DC5009-A83D-4F75-A815-B8D21250AC5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aseball"/>
        </a:ext>
      </dgm:extLst>
    </dgm:pt>
    <dgm:pt modelId="{FA0AB3AD-0ACA-4A71-8741-8AFCD7BA7C2A}" type="pres">
      <dgm:prSet presAssocID="{05DC5009-A83D-4F75-A815-B8D21250AC5F}" presName="spaceRect" presStyleCnt="0"/>
      <dgm:spPr/>
    </dgm:pt>
    <dgm:pt modelId="{E2BEC86B-51D0-472B-8021-FC403693DF75}" type="pres">
      <dgm:prSet presAssocID="{05DC5009-A83D-4F75-A815-B8D21250AC5F}" presName="textRect" presStyleLbl="revTx" presStyleIdx="0" presStyleCnt="3">
        <dgm:presLayoutVars>
          <dgm:chMax val="1"/>
          <dgm:chPref val="1"/>
        </dgm:presLayoutVars>
      </dgm:prSet>
      <dgm:spPr/>
    </dgm:pt>
    <dgm:pt modelId="{66C84F20-18F1-45E5-8706-C6103FDD9656}" type="pres">
      <dgm:prSet presAssocID="{4A8A8465-170D-42FC-9BC6-7D8F4300F9F1}" presName="sibTrans" presStyleCnt="0"/>
      <dgm:spPr/>
    </dgm:pt>
    <dgm:pt modelId="{B8DAFCD4-BC59-4CA3-AAD8-0411250C89DD}" type="pres">
      <dgm:prSet presAssocID="{CBC34EA4-B93A-4E78-854B-6ACF0E4FEF71}" presName="compNode" presStyleCnt="0"/>
      <dgm:spPr/>
    </dgm:pt>
    <dgm:pt modelId="{2C490654-6D7F-4170-BE46-536CC39DC4DE}" type="pres">
      <dgm:prSet presAssocID="{CBC34EA4-B93A-4E78-854B-6ACF0E4FEF71}"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Question mark"/>
        </a:ext>
      </dgm:extLst>
    </dgm:pt>
    <dgm:pt modelId="{EA81DE64-7774-4BE9-A7B1-04DA679E4AB0}" type="pres">
      <dgm:prSet presAssocID="{CBC34EA4-B93A-4E78-854B-6ACF0E4FEF71}" presName="spaceRect" presStyleCnt="0"/>
      <dgm:spPr/>
    </dgm:pt>
    <dgm:pt modelId="{464B2979-E952-4213-8804-0D7C9F2B08F4}" type="pres">
      <dgm:prSet presAssocID="{CBC34EA4-B93A-4E78-854B-6ACF0E4FEF71}" presName="textRect" presStyleLbl="revTx" presStyleIdx="1" presStyleCnt="3">
        <dgm:presLayoutVars>
          <dgm:chMax val="1"/>
          <dgm:chPref val="1"/>
        </dgm:presLayoutVars>
      </dgm:prSet>
      <dgm:spPr/>
    </dgm:pt>
    <dgm:pt modelId="{2F2BFDA2-9275-4B1A-8258-2EE93B28C69A}" type="pres">
      <dgm:prSet presAssocID="{FD87AD2C-1EAA-4EBB-94AD-D97EF4367AA8}" presName="sibTrans" presStyleCnt="0"/>
      <dgm:spPr/>
    </dgm:pt>
    <dgm:pt modelId="{15A416CD-55F3-4E9A-B2FD-773F3729612C}" type="pres">
      <dgm:prSet presAssocID="{A01E73B0-9EE8-49DF-AC47-7524ED668567}" presName="compNode" presStyleCnt="0"/>
      <dgm:spPr/>
    </dgm:pt>
    <dgm:pt modelId="{5525488B-7A54-4F63-9602-67EC8D2AF563}" type="pres">
      <dgm:prSet presAssocID="{A01E73B0-9EE8-49DF-AC47-7524ED66856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ead with Gears"/>
        </a:ext>
      </dgm:extLst>
    </dgm:pt>
    <dgm:pt modelId="{250648F3-E8ED-470D-B01F-6AB80CD08EC0}" type="pres">
      <dgm:prSet presAssocID="{A01E73B0-9EE8-49DF-AC47-7524ED668567}" presName="spaceRect" presStyleCnt="0"/>
      <dgm:spPr/>
    </dgm:pt>
    <dgm:pt modelId="{2DBFC145-F528-4C7F-AF77-CAFEBDD445E4}" type="pres">
      <dgm:prSet presAssocID="{A01E73B0-9EE8-49DF-AC47-7524ED668567}" presName="textRect" presStyleLbl="revTx" presStyleIdx="2" presStyleCnt="3">
        <dgm:presLayoutVars>
          <dgm:chMax val="1"/>
          <dgm:chPref val="1"/>
        </dgm:presLayoutVars>
      </dgm:prSet>
      <dgm:spPr/>
    </dgm:pt>
  </dgm:ptLst>
  <dgm:cxnLst>
    <dgm:cxn modelId="{B4124507-CE83-4D44-999C-E348EDA6594F}" srcId="{6D16C76D-422A-4ACD-BCBD-77E7647C6640}" destId="{CBC34EA4-B93A-4E78-854B-6ACF0E4FEF71}" srcOrd="1" destOrd="0" parTransId="{20DC8BBA-4A5D-4044-8C79-37B5389C9A92}" sibTransId="{FD87AD2C-1EAA-4EBB-94AD-D97EF4367AA8}"/>
    <dgm:cxn modelId="{9B2E5230-5182-40A0-8E8B-BB8AE0F9E8BF}" srcId="{6D16C76D-422A-4ACD-BCBD-77E7647C6640}" destId="{05DC5009-A83D-4F75-A815-B8D21250AC5F}" srcOrd="0" destOrd="0" parTransId="{A20399F1-BD72-4A7A-9992-7D2551A864CC}" sibTransId="{4A8A8465-170D-42FC-9BC6-7D8F4300F9F1}"/>
    <dgm:cxn modelId="{5389E232-F923-4ECD-ACE4-5DB94898C8F3}" type="presOf" srcId="{CBC34EA4-B93A-4E78-854B-6ACF0E4FEF71}" destId="{464B2979-E952-4213-8804-0D7C9F2B08F4}" srcOrd="0" destOrd="0" presId="urn:microsoft.com/office/officeart/2018/2/layout/IconLabelList"/>
    <dgm:cxn modelId="{FF4FA153-345B-4F3C-8D7B-0031BEA574F8}" type="presOf" srcId="{05DC5009-A83D-4F75-A815-B8D21250AC5F}" destId="{E2BEC86B-51D0-472B-8021-FC403693DF75}" srcOrd="0" destOrd="0" presId="urn:microsoft.com/office/officeart/2018/2/layout/IconLabelList"/>
    <dgm:cxn modelId="{8BD3A258-969C-45D1-A43D-F467BCC13176}" type="presOf" srcId="{6D16C76D-422A-4ACD-BCBD-77E7647C6640}" destId="{308A7176-EB4B-43E0-ADB1-F1FFE6A0092E}" srcOrd="0" destOrd="0" presId="urn:microsoft.com/office/officeart/2018/2/layout/IconLabelList"/>
    <dgm:cxn modelId="{4EC9507D-4F46-4A4B-A768-009D1C02E7E1}" srcId="{6D16C76D-422A-4ACD-BCBD-77E7647C6640}" destId="{A01E73B0-9EE8-49DF-AC47-7524ED668567}" srcOrd="2" destOrd="0" parTransId="{5726AEE6-C8CA-413C-AF30-5083A7DE1B36}" sibTransId="{BF692A1B-317A-4810-B266-D729977A2ED3}"/>
    <dgm:cxn modelId="{8DCA4AE9-440A-403F-AC68-CB1F6B71DE7F}" type="presOf" srcId="{A01E73B0-9EE8-49DF-AC47-7524ED668567}" destId="{2DBFC145-F528-4C7F-AF77-CAFEBDD445E4}" srcOrd="0" destOrd="0" presId="urn:microsoft.com/office/officeart/2018/2/layout/IconLabelList"/>
    <dgm:cxn modelId="{C26BA739-C4D5-4374-AE7F-ADF0B274F7E6}" type="presParOf" srcId="{308A7176-EB4B-43E0-ADB1-F1FFE6A0092E}" destId="{72925EAC-E9DB-49FB-89AF-1BBEF391BF27}" srcOrd="0" destOrd="0" presId="urn:microsoft.com/office/officeart/2018/2/layout/IconLabelList"/>
    <dgm:cxn modelId="{9ACE9D9D-74E3-4E83-9AE4-D5C1B4AB758C}" type="presParOf" srcId="{72925EAC-E9DB-49FB-89AF-1BBEF391BF27}" destId="{B3969180-9EA3-41C5-9905-5AC9C6E0F78D}" srcOrd="0" destOrd="0" presId="urn:microsoft.com/office/officeart/2018/2/layout/IconLabelList"/>
    <dgm:cxn modelId="{A45448A2-6CE3-491D-8EFF-B39B310665B1}" type="presParOf" srcId="{72925EAC-E9DB-49FB-89AF-1BBEF391BF27}" destId="{FA0AB3AD-0ACA-4A71-8741-8AFCD7BA7C2A}" srcOrd="1" destOrd="0" presId="urn:microsoft.com/office/officeart/2018/2/layout/IconLabelList"/>
    <dgm:cxn modelId="{77513122-2F0C-431A-82FF-468C7DEB9922}" type="presParOf" srcId="{72925EAC-E9DB-49FB-89AF-1BBEF391BF27}" destId="{E2BEC86B-51D0-472B-8021-FC403693DF75}" srcOrd="2" destOrd="0" presId="urn:microsoft.com/office/officeart/2018/2/layout/IconLabelList"/>
    <dgm:cxn modelId="{078A6DC5-DD0D-44CC-B12F-187655732D85}" type="presParOf" srcId="{308A7176-EB4B-43E0-ADB1-F1FFE6A0092E}" destId="{66C84F20-18F1-45E5-8706-C6103FDD9656}" srcOrd="1" destOrd="0" presId="urn:microsoft.com/office/officeart/2018/2/layout/IconLabelList"/>
    <dgm:cxn modelId="{6D6A74D2-67BB-4CB0-B8B8-20AF7B9AF721}" type="presParOf" srcId="{308A7176-EB4B-43E0-ADB1-F1FFE6A0092E}" destId="{B8DAFCD4-BC59-4CA3-AAD8-0411250C89DD}" srcOrd="2" destOrd="0" presId="urn:microsoft.com/office/officeart/2018/2/layout/IconLabelList"/>
    <dgm:cxn modelId="{DF5C6E4E-E30C-4284-92F1-91C82FE86EA0}" type="presParOf" srcId="{B8DAFCD4-BC59-4CA3-AAD8-0411250C89DD}" destId="{2C490654-6D7F-4170-BE46-536CC39DC4DE}" srcOrd="0" destOrd="0" presId="urn:microsoft.com/office/officeart/2018/2/layout/IconLabelList"/>
    <dgm:cxn modelId="{2C613F9C-B0ED-4F1B-BCA2-0EF640A56ACE}" type="presParOf" srcId="{B8DAFCD4-BC59-4CA3-AAD8-0411250C89DD}" destId="{EA81DE64-7774-4BE9-A7B1-04DA679E4AB0}" srcOrd="1" destOrd="0" presId="urn:microsoft.com/office/officeart/2018/2/layout/IconLabelList"/>
    <dgm:cxn modelId="{D1F75E1E-9900-4DB2-98C1-23E3436CC4C7}" type="presParOf" srcId="{B8DAFCD4-BC59-4CA3-AAD8-0411250C89DD}" destId="{464B2979-E952-4213-8804-0D7C9F2B08F4}" srcOrd="2" destOrd="0" presId="urn:microsoft.com/office/officeart/2018/2/layout/IconLabelList"/>
    <dgm:cxn modelId="{7B4F04F3-2744-44F4-A413-2D90EC0DAB86}" type="presParOf" srcId="{308A7176-EB4B-43E0-ADB1-F1FFE6A0092E}" destId="{2F2BFDA2-9275-4B1A-8258-2EE93B28C69A}" srcOrd="3" destOrd="0" presId="urn:microsoft.com/office/officeart/2018/2/layout/IconLabelList"/>
    <dgm:cxn modelId="{24B0AA02-F272-4ABB-8122-5BF50B901554}" type="presParOf" srcId="{308A7176-EB4B-43E0-ADB1-F1FFE6A0092E}" destId="{15A416CD-55F3-4E9A-B2FD-773F3729612C}" srcOrd="4" destOrd="0" presId="urn:microsoft.com/office/officeart/2018/2/layout/IconLabelList"/>
    <dgm:cxn modelId="{CE4A6758-E95E-4331-AF21-70D06E380441}" type="presParOf" srcId="{15A416CD-55F3-4E9A-B2FD-773F3729612C}" destId="{5525488B-7A54-4F63-9602-67EC8D2AF563}" srcOrd="0" destOrd="0" presId="urn:microsoft.com/office/officeart/2018/2/layout/IconLabelList"/>
    <dgm:cxn modelId="{D79B13CE-2804-47BF-B817-6C95FE3BF60F}" type="presParOf" srcId="{15A416CD-55F3-4E9A-B2FD-773F3729612C}" destId="{250648F3-E8ED-470D-B01F-6AB80CD08EC0}" srcOrd="1" destOrd="0" presId="urn:microsoft.com/office/officeart/2018/2/layout/IconLabelList"/>
    <dgm:cxn modelId="{CD260DAE-794F-47CA-98A9-BB8115C1CADB}" type="presParOf" srcId="{15A416CD-55F3-4E9A-B2FD-773F3729612C}" destId="{2DBFC145-F528-4C7F-AF77-CAFEBDD445E4}"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877ABF1-AC53-4BE1-ADA0-2B7B592A97F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9E73999-7D6C-4901-96B4-197A2BC8B3A2}">
      <dgm:prSet/>
      <dgm:spPr/>
      <dgm:t>
        <a:bodyPr/>
        <a:lstStyle/>
        <a:p>
          <a:r>
            <a:rPr lang="en-US"/>
            <a:t>Your reputation compounds over time.</a:t>
          </a:r>
        </a:p>
      </dgm:t>
    </dgm:pt>
    <dgm:pt modelId="{2DB61312-661F-4C15-9613-1F05946D5802}" type="parTrans" cxnId="{FD650070-0E7A-4479-974D-6F330362E95C}">
      <dgm:prSet/>
      <dgm:spPr/>
      <dgm:t>
        <a:bodyPr/>
        <a:lstStyle/>
        <a:p>
          <a:endParaRPr lang="en-US"/>
        </a:p>
      </dgm:t>
    </dgm:pt>
    <dgm:pt modelId="{9E48CE41-0911-455D-942E-B7215BE7BB8A}" type="sibTrans" cxnId="{FD650070-0E7A-4479-974D-6F330362E95C}">
      <dgm:prSet/>
      <dgm:spPr/>
      <dgm:t>
        <a:bodyPr/>
        <a:lstStyle/>
        <a:p>
          <a:endParaRPr lang="en-US"/>
        </a:p>
      </dgm:t>
    </dgm:pt>
    <dgm:pt modelId="{6B1E5CBB-5CDA-4089-8190-8CCF6ACBB78E}">
      <dgm:prSet/>
      <dgm:spPr/>
      <dgm:t>
        <a:bodyPr/>
        <a:lstStyle/>
        <a:p>
          <a:r>
            <a:rPr lang="en-US"/>
            <a:t>Trust is built by:</a:t>
          </a:r>
        </a:p>
      </dgm:t>
    </dgm:pt>
    <dgm:pt modelId="{AA2B77CC-1A9E-4606-B034-039920C49DFA}" type="parTrans" cxnId="{7EA93458-FF44-4F28-82A7-CEF505063387}">
      <dgm:prSet/>
      <dgm:spPr/>
      <dgm:t>
        <a:bodyPr/>
        <a:lstStyle/>
        <a:p>
          <a:endParaRPr lang="en-US"/>
        </a:p>
      </dgm:t>
    </dgm:pt>
    <dgm:pt modelId="{3703B49B-D41D-4B90-A85A-4EE8EB6DCB41}" type="sibTrans" cxnId="{7EA93458-FF44-4F28-82A7-CEF505063387}">
      <dgm:prSet/>
      <dgm:spPr/>
      <dgm:t>
        <a:bodyPr/>
        <a:lstStyle/>
        <a:p>
          <a:endParaRPr lang="en-US"/>
        </a:p>
      </dgm:t>
    </dgm:pt>
    <dgm:pt modelId="{229C24A4-5E43-4E8E-AC9B-B05EE7C0DE3F}">
      <dgm:prSet/>
      <dgm:spPr/>
      <dgm:t>
        <a:bodyPr/>
        <a:lstStyle/>
        <a:p>
          <a:r>
            <a:rPr lang="en-US"/>
            <a:t>• Listening</a:t>
          </a:r>
        </a:p>
      </dgm:t>
    </dgm:pt>
    <dgm:pt modelId="{765CB19B-E09E-4DE1-8689-97044862AE05}" type="parTrans" cxnId="{6089B659-6CAB-4D3A-91F2-46D6A02FB2FB}">
      <dgm:prSet/>
      <dgm:spPr/>
      <dgm:t>
        <a:bodyPr/>
        <a:lstStyle/>
        <a:p>
          <a:endParaRPr lang="en-US"/>
        </a:p>
      </dgm:t>
    </dgm:pt>
    <dgm:pt modelId="{9AEE7B0F-335E-48CF-86CB-E1A7F757C3B2}" type="sibTrans" cxnId="{6089B659-6CAB-4D3A-91F2-46D6A02FB2FB}">
      <dgm:prSet/>
      <dgm:spPr/>
      <dgm:t>
        <a:bodyPr/>
        <a:lstStyle/>
        <a:p>
          <a:endParaRPr lang="en-US"/>
        </a:p>
      </dgm:t>
    </dgm:pt>
    <dgm:pt modelId="{ECE1B2C9-BABC-42C4-8235-4C9485B2FEE4}">
      <dgm:prSet/>
      <dgm:spPr/>
      <dgm:t>
        <a:bodyPr/>
        <a:lstStyle/>
        <a:p>
          <a:r>
            <a:rPr lang="en-US"/>
            <a:t>• Following through</a:t>
          </a:r>
        </a:p>
      </dgm:t>
    </dgm:pt>
    <dgm:pt modelId="{3D672414-CDC9-461F-9D90-50F973A4C19C}" type="parTrans" cxnId="{9C1CE61F-0C7E-4E76-891A-8A6CA10D25B4}">
      <dgm:prSet/>
      <dgm:spPr/>
      <dgm:t>
        <a:bodyPr/>
        <a:lstStyle/>
        <a:p>
          <a:endParaRPr lang="en-US"/>
        </a:p>
      </dgm:t>
    </dgm:pt>
    <dgm:pt modelId="{ABA1886A-18EB-4219-B2D0-80FAB8275BFF}" type="sibTrans" cxnId="{9C1CE61F-0C7E-4E76-891A-8A6CA10D25B4}">
      <dgm:prSet/>
      <dgm:spPr/>
      <dgm:t>
        <a:bodyPr/>
        <a:lstStyle/>
        <a:p>
          <a:endParaRPr lang="en-US"/>
        </a:p>
      </dgm:t>
    </dgm:pt>
    <dgm:pt modelId="{FD755D9C-74BD-44EF-8205-503245996AFD}">
      <dgm:prSet/>
      <dgm:spPr/>
      <dgm:t>
        <a:bodyPr/>
        <a:lstStyle/>
        <a:p>
          <a:r>
            <a:rPr lang="en-US"/>
            <a:t>• Being honest</a:t>
          </a:r>
        </a:p>
      </dgm:t>
    </dgm:pt>
    <dgm:pt modelId="{D3D522F6-87FC-4493-82DD-FC19D1767980}" type="parTrans" cxnId="{624AAA0D-C0C8-43B2-9584-A9E76800A41F}">
      <dgm:prSet/>
      <dgm:spPr/>
      <dgm:t>
        <a:bodyPr/>
        <a:lstStyle/>
        <a:p>
          <a:endParaRPr lang="en-US"/>
        </a:p>
      </dgm:t>
    </dgm:pt>
    <dgm:pt modelId="{0542273F-1BB4-48C6-AAD3-2A325C364250}" type="sibTrans" cxnId="{624AAA0D-C0C8-43B2-9584-A9E76800A41F}">
      <dgm:prSet/>
      <dgm:spPr/>
      <dgm:t>
        <a:bodyPr/>
        <a:lstStyle/>
        <a:p>
          <a:endParaRPr lang="en-US"/>
        </a:p>
      </dgm:t>
    </dgm:pt>
    <dgm:pt modelId="{BDA1C5AF-88D3-459B-BFDA-C1E4E2C77BA1}">
      <dgm:prSet/>
      <dgm:spPr/>
      <dgm:t>
        <a:bodyPr/>
        <a:lstStyle/>
        <a:p>
          <a:r>
            <a:rPr lang="en-US"/>
            <a:t>• Putting customers first</a:t>
          </a:r>
        </a:p>
      </dgm:t>
    </dgm:pt>
    <dgm:pt modelId="{BE41C240-547A-4C39-AE89-D39142EDF5F6}" type="parTrans" cxnId="{41172C32-8932-4524-945D-0BB8B0B07438}">
      <dgm:prSet/>
      <dgm:spPr/>
      <dgm:t>
        <a:bodyPr/>
        <a:lstStyle/>
        <a:p>
          <a:endParaRPr lang="en-US"/>
        </a:p>
      </dgm:t>
    </dgm:pt>
    <dgm:pt modelId="{B7555E54-2607-4747-8EAB-5401E9095BB3}" type="sibTrans" cxnId="{41172C32-8932-4524-945D-0BB8B0B07438}">
      <dgm:prSet/>
      <dgm:spPr/>
      <dgm:t>
        <a:bodyPr/>
        <a:lstStyle/>
        <a:p>
          <a:endParaRPr lang="en-US"/>
        </a:p>
      </dgm:t>
    </dgm:pt>
    <dgm:pt modelId="{125A36FA-20D8-4DA9-90A1-0F7217BDB2D6}" type="pres">
      <dgm:prSet presAssocID="{8877ABF1-AC53-4BE1-ADA0-2B7B592A97F7}" presName="linear" presStyleCnt="0">
        <dgm:presLayoutVars>
          <dgm:animLvl val="lvl"/>
          <dgm:resizeHandles val="exact"/>
        </dgm:presLayoutVars>
      </dgm:prSet>
      <dgm:spPr/>
    </dgm:pt>
    <dgm:pt modelId="{05A2BA5D-0911-40A5-B843-82B503BDAB74}" type="pres">
      <dgm:prSet presAssocID="{A9E73999-7D6C-4901-96B4-197A2BC8B3A2}" presName="parentText" presStyleLbl="node1" presStyleIdx="0" presStyleCnt="6">
        <dgm:presLayoutVars>
          <dgm:chMax val="0"/>
          <dgm:bulletEnabled val="1"/>
        </dgm:presLayoutVars>
      </dgm:prSet>
      <dgm:spPr/>
    </dgm:pt>
    <dgm:pt modelId="{A3D72D48-81B2-48E6-85C2-71ADA93B9FF8}" type="pres">
      <dgm:prSet presAssocID="{9E48CE41-0911-455D-942E-B7215BE7BB8A}" presName="spacer" presStyleCnt="0"/>
      <dgm:spPr/>
    </dgm:pt>
    <dgm:pt modelId="{888D9D2F-E894-44EF-B370-FFB7B34A98A8}" type="pres">
      <dgm:prSet presAssocID="{6B1E5CBB-5CDA-4089-8190-8CCF6ACBB78E}" presName="parentText" presStyleLbl="node1" presStyleIdx="1" presStyleCnt="6">
        <dgm:presLayoutVars>
          <dgm:chMax val="0"/>
          <dgm:bulletEnabled val="1"/>
        </dgm:presLayoutVars>
      </dgm:prSet>
      <dgm:spPr/>
    </dgm:pt>
    <dgm:pt modelId="{775EE072-FB6D-40B0-ABF8-23A0636A38EB}" type="pres">
      <dgm:prSet presAssocID="{3703B49B-D41D-4B90-A85A-4EE8EB6DCB41}" presName="spacer" presStyleCnt="0"/>
      <dgm:spPr/>
    </dgm:pt>
    <dgm:pt modelId="{6DE3A77D-6E48-4E9D-819A-399F8473F627}" type="pres">
      <dgm:prSet presAssocID="{229C24A4-5E43-4E8E-AC9B-B05EE7C0DE3F}" presName="parentText" presStyleLbl="node1" presStyleIdx="2" presStyleCnt="6">
        <dgm:presLayoutVars>
          <dgm:chMax val="0"/>
          <dgm:bulletEnabled val="1"/>
        </dgm:presLayoutVars>
      </dgm:prSet>
      <dgm:spPr/>
    </dgm:pt>
    <dgm:pt modelId="{614B8CDE-E156-401A-B694-6E0EC1336AC4}" type="pres">
      <dgm:prSet presAssocID="{9AEE7B0F-335E-48CF-86CB-E1A7F757C3B2}" presName="spacer" presStyleCnt="0"/>
      <dgm:spPr/>
    </dgm:pt>
    <dgm:pt modelId="{509172B8-41D2-48DD-816D-5C0CF834F319}" type="pres">
      <dgm:prSet presAssocID="{ECE1B2C9-BABC-42C4-8235-4C9485B2FEE4}" presName="parentText" presStyleLbl="node1" presStyleIdx="3" presStyleCnt="6">
        <dgm:presLayoutVars>
          <dgm:chMax val="0"/>
          <dgm:bulletEnabled val="1"/>
        </dgm:presLayoutVars>
      </dgm:prSet>
      <dgm:spPr/>
    </dgm:pt>
    <dgm:pt modelId="{16940065-C652-45F5-AF4A-D13DADEBC5A1}" type="pres">
      <dgm:prSet presAssocID="{ABA1886A-18EB-4219-B2D0-80FAB8275BFF}" presName="spacer" presStyleCnt="0"/>
      <dgm:spPr/>
    </dgm:pt>
    <dgm:pt modelId="{56CCBC12-1411-43DF-8625-6EF68B33468F}" type="pres">
      <dgm:prSet presAssocID="{FD755D9C-74BD-44EF-8205-503245996AFD}" presName="parentText" presStyleLbl="node1" presStyleIdx="4" presStyleCnt="6">
        <dgm:presLayoutVars>
          <dgm:chMax val="0"/>
          <dgm:bulletEnabled val="1"/>
        </dgm:presLayoutVars>
      </dgm:prSet>
      <dgm:spPr/>
    </dgm:pt>
    <dgm:pt modelId="{3B4B9205-966A-4517-B13F-2B80444683B3}" type="pres">
      <dgm:prSet presAssocID="{0542273F-1BB4-48C6-AAD3-2A325C364250}" presName="spacer" presStyleCnt="0"/>
      <dgm:spPr/>
    </dgm:pt>
    <dgm:pt modelId="{D4044426-B2D9-403A-81B2-1B3119B873E2}" type="pres">
      <dgm:prSet presAssocID="{BDA1C5AF-88D3-459B-BFDA-C1E4E2C77BA1}" presName="parentText" presStyleLbl="node1" presStyleIdx="5" presStyleCnt="6">
        <dgm:presLayoutVars>
          <dgm:chMax val="0"/>
          <dgm:bulletEnabled val="1"/>
        </dgm:presLayoutVars>
      </dgm:prSet>
      <dgm:spPr/>
    </dgm:pt>
  </dgm:ptLst>
  <dgm:cxnLst>
    <dgm:cxn modelId="{A3C43307-F9C9-457E-8C50-5A74503C1904}" type="presOf" srcId="{8877ABF1-AC53-4BE1-ADA0-2B7B592A97F7}" destId="{125A36FA-20D8-4DA9-90A1-0F7217BDB2D6}" srcOrd="0" destOrd="0" presId="urn:microsoft.com/office/officeart/2005/8/layout/vList2"/>
    <dgm:cxn modelId="{624AAA0D-C0C8-43B2-9584-A9E76800A41F}" srcId="{8877ABF1-AC53-4BE1-ADA0-2B7B592A97F7}" destId="{FD755D9C-74BD-44EF-8205-503245996AFD}" srcOrd="4" destOrd="0" parTransId="{D3D522F6-87FC-4493-82DD-FC19D1767980}" sibTransId="{0542273F-1BB4-48C6-AAD3-2A325C364250}"/>
    <dgm:cxn modelId="{9C1CE61F-0C7E-4E76-891A-8A6CA10D25B4}" srcId="{8877ABF1-AC53-4BE1-ADA0-2B7B592A97F7}" destId="{ECE1B2C9-BABC-42C4-8235-4C9485B2FEE4}" srcOrd="3" destOrd="0" parTransId="{3D672414-CDC9-461F-9D90-50F973A4C19C}" sibTransId="{ABA1886A-18EB-4219-B2D0-80FAB8275BFF}"/>
    <dgm:cxn modelId="{41172C32-8932-4524-945D-0BB8B0B07438}" srcId="{8877ABF1-AC53-4BE1-ADA0-2B7B592A97F7}" destId="{BDA1C5AF-88D3-459B-BFDA-C1E4E2C77BA1}" srcOrd="5" destOrd="0" parTransId="{BE41C240-547A-4C39-AE89-D39142EDF5F6}" sibTransId="{B7555E54-2607-4747-8EAB-5401E9095BB3}"/>
    <dgm:cxn modelId="{CC4A4B4C-AAC5-4E6F-9783-E54F27965806}" type="presOf" srcId="{BDA1C5AF-88D3-459B-BFDA-C1E4E2C77BA1}" destId="{D4044426-B2D9-403A-81B2-1B3119B873E2}" srcOrd="0" destOrd="0" presId="urn:microsoft.com/office/officeart/2005/8/layout/vList2"/>
    <dgm:cxn modelId="{1C5E704E-5179-4591-B4B6-2B7BAEE79EA3}" type="presOf" srcId="{6B1E5CBB-5CDA-4089-8190-8CCF6ACBB78E}" destId="{888D9D2F-E894-44EF-B370-FFB7B34A98A8}" srcOrd="0" destOrd="0" presId="urn:microsoft.com/office/officeart/2005/8/layout/vList2"/>
    <dgm:cxn modelId="{FD650070-0E7A-4479-974D-6F330362E95C}" srcId="{8877ABF1-AC53-4BE1-ADA0-2B7B592A97F7}" destId="{A9E73999-7D6C-4901-96B4-197A2BC8B3A2}" srcOrd="0" destOrd="0" parTransId="{2DB61312-661F-4C15-9613-1F05946D5802}" sibTransId="{9E48CE41-0911-455D-942E-B7215BE7BB8A}"/>
    <dgm:cxn modelId="{7EA93458-FF44-4F28-82A7-CEF505063387}" srcId="{8877ABF1-AC53-4BE1-ADA0-2B7B592A97F7}" destId="{6B1E5CBB-5CDA-4089-8190-8CCF6ACBB78E}" srcOrd="1" destOrd="0" parTransId="{AA2B77CC-1A9E-4606-B034-039920C49DFA}" sibTransId="{3703B49B-D41D-4B90-A85A-4EE8EB6DCB41}"/>
    <dgm:cxn modelId="{6089B659-6CAB-4D3A-91F2-46D6A02FB2FB}" srcId="{8877ABF1-AC53-4BE1-ADA0-2B7B592A97F7}" destId="{229C24A4-5E43-4E8E-AC9B-B05EE7C0DE3F}" srcOrd="2" destOrd="0" parTransId="{765CB19B-E09E-4DE1-8689-97044862AE05}" sibTransId="{9AEE7B0F-335E-48CF-86CB-E1A7F757C3B2}"/>
    <dgm:cxn modelId="{96DA6783-9294-489D-A4A8-88DFC7D003A2}" type="presOf" srcId="{ECE1B2C9-BABC-42C4-8235-4C9485B2FEE4}" destId="{509172B8-41D2-48DD-816D-5C0CF834F319}" srcOrd="0" destOrd="0" presId="urn:microsoft.com/office/officeart/2005/8/layout/vList2"/>
    <dgm:cxn modelId="{1D412796-8AFF-4B15-8BBA-B80557A1E7B1}" type="presOf" srcId="{229C24A4-5E43-4E8E-AC9B-B05EE7C0DE3F}" destId="{6DE3A77D-6E48-4E9D-819A-399F8473F627}" srcOrd="0" destOrd="0" presId="urn:microsoft.com/office/officeart/2005/8/layout/vList2"/>
    <dgm:cxn modelId="{3AAF3E99-189E-4A79-9C7A-0B8BC27AB676}" type="presOf" srcId="{FD755D9C-74BD-44EF-8205-503245996AFD}" destId="{56CCBC12-1411-43DF-8625-6EF68B33468F}" srcOrd="0" destOrd="0" presId="urn:microsoft.com/office/officeart/2005/8/layout/vList2"/>
    <dgm:cxn modelId="{F3DC90BD-9F34-4895-BEEC-8EE1D12132B1}" type="presOf" srcId="{A9E73999-7D6C-4901-96B4-197A2BC8B3A2}" destId="{05A2BA5D-0911-40A5-B843-82B503BDAB74}" srcOrd="0" destOrd="0" presId="urn:microsoft.com/office/officeart/2005/8/layout/vList2"/>
    <dgm:cxn modelId="{3660EE2E-572C-4ECA-80D1-20811C434474}" type="presParOf" srcId="{125A36FA-20D8-4DA9-90A1-0F7217BDB2D6}" destId="{05A2BA5D-0911-40A5-B843-82B503BDAB74}" srcOrd="0" destOrd="0" presId="urn:microsoft.com/office/officeart/2005/8/layout/vList2"/>
    <dgm:cxn modelId="{CA6B2F44-9315-4699-9E71-F49414EC67E8}" type="presParOf" srcId="{125A36FA-20D8-4DA9-90A1-0F7217BDB2D6}" destId="{A3D72D48-81B2-48E6-85C2-71ADA93B9FF8}" srcOrd="1" destOrd="0" presId="urn:microsoft.com/office/officeart/2005/8/layout/vList2"/>
    <dgm:cxn modelId="{36B7807D-ED47-44A1-B18E-E30282725C9E}" type="presParOf" srcId="{125A36FA-20D8-4DA9-90A1-0F7217BDB2D6}" destId="{888D9D2F-E894-44EF-B370-FFB7B34A98A8}" srcOrd="2" destOrd="0" presId="urn:microsoft.com/office/officeart/2005/8/layout/vList2"/>
    <dgm:cxn modelId="{5AECB5A1-BF5D-4796-B55C-6AF84396BDAE}" type="presParOf" srcId="{125A36FA-20D8-4DA9-90A1-0F7217BDB2D6}" destId="{775EE072-FB6D-40B0-ABF8-23A0636A38EB}" srcOrd="3" destOrd="0" presId="urn:microsoft.com/office/officeart/2005/8/layout/vList2"/>
    <dgm:cxn modelId="{16FA2C57-FFFC-4878-AEC3-8D298FCA619C}" type="presParOf" srcId="{125A36FA-20D8-4DA9-90A1-0F7217BDB2D6}" destId="{6DE3A77D-6E48-4E9D-819A-399F8473F627}" srcOrd="4" destOrd="0" presId="urn:microsoft.com/office/officeart/2005/8/layout/vList2"/>
    <dgm:cxn modelId="{76536A91-1BBE-4FD0-8F85-2097489E59C0}" type="presParOf" srcId="{125A36FA-20D8-4DA9-90A1-0F7217BDB2D6}" destId="{614B8CDE-E156-401A-B694-6E0EC1336AC4}" srcOrd="5" destOrd="0" presId="urn:microsoft.com/office/officeart/2005/8/layout/vList2"/>
    <dgm:cxn modelId="{C1EB58FE-AA26-4B2F-9BD4-AA9452ABC4FC}" type="presParOf" srcId="{125A36FA-20D8-4DA9-90A1-0F7217BDB2D6}" destId="{509172B8-41D2-48DD-816D-5C0CF834F319}" srcOrd="6" destOrd="0" presId="urn:microsoft.com/office/officeart/2005/8/layout/vList2"/>
    <dgm:cxn modelId="{632D1640-FB51-4B33-982B-550FE729AD75}" type="presParOf" srcId="{125A36FA-20D8-4DA9-90A1-0F7217BDB2D6}" destId="{16940065-C652-45F5-AF4A-D13DADEBC5A1}" srcOrd="7" destOrd="0" presId="urn:microsoft.com/office/officeart/2005/8/layout/vList2"/>
    <dgm:cxn modelId="{6AD3FC53-6CDE-4835-A0BB-772FDBF34063}" type="presParOf" srcId="{125A36FA-20D8-4DA9-90A1-0F7217BDB2D6}" destId="{56CCBC12-1411-43DF-8625-6EF68B33468F}" srcOrd="8" destOrd="0" presId="urn:microsoft.com/office/officeart/2005/8/layout/vList2"/>
    <dgm:cxn modelId="{6A4B754F-8616-4B7F-B9B5-F42A67E2B587}" type="presParOf" srcId="{125A36FA-20D8-4DA9-90A1-0F7217BDB2D6}" destId="{3B4B9205-966A-4517-B13F-2B80444683B3}" srcOrd="9" destOrd="0" presId="urn:microsoft.com/office/officeart/2005/8/layout/vList2"/>
    <dgm:cxn modelId="{04775785-2490-4DB0-8345-77EF859870FE}" type="presParOf" srcId="{125A36FA-20D8-4DA9-90A1-0F7217BDB2D6}" destId="{D4044426-B2D9-403A-81B2-1B3119B873E2}"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62304DD-E4F8-4165-952A-C69EE3BA92D2}"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783A8FC3-6A68-49E5-AFB7-E0E0C6960470}">
      <dgm:prSet/>
      <dgm:spPr/>
      <dgm:t>
        <a:bodyPr/>
        <a:lstStyle/>
        <a:p>
          <a:pPr>
            <a:lnSpc>
              <a:spcPct val="100000"/>
            </a:lnSpc>
          </a:pPr>
          <a:r>
            <a:rPr lang="en-US"/>
            <a:t>Challenge:</a:t>
          </a:r>
        </a:p>
      </dgm:t>
    </dgm:pt>
    <dgm:pt modelId="{D1EF8DBB-C002-430A-895F-6A401C9FB304}" type="parTrans" cxnId="{4A0DB2DF-1620-466F-A44C-E0399CCE4EF4}">
      <dgm:prSet/>
      <dgm:spPr/>
      <dgm:t>
        <a:bodyPr/>
        <a:lstStyle/>
        <a:p>
          <a:endParaRPr lang="en-US"/>
        </a:p>
      </dgm:t>
    </dgm:pt>
    <dgm:pt modelId="{045ED5F2-5134-460D-AEFA-06C8B09C41D2}" type="sibTrans" cxnId="{4A0DB2DF-1620-466F-A44C-E0399CCE4EF4}">
      <dgm:prSet/>
      <dgm:spPr/>
      <dgm:t>
        <a:bodyPr/>
        <a:lstStyle/>
        <a:p>
          <a:endParaRPr lang="en-US"/>
        </a:p>
      </dgm:t>
    </dgm:pt>
    <dgm:pt modelId="{9F9C90BE-0199-47B2-AFF5-79AAD5562403}">
      <dgm:prSet/>
      <dgm:spPr/>
      <dgm:t>
        <a:bodyPr/>
        <a:lstStyle/>
        <a:p>
          <a:pPr>
            <a:lnSpc>
              <a:spcPct val="100000"/>
            </a:lnSpc>
          </a:pPr>
          <a:r>
            <a:rPr lang="en-US"/>
            <a:t>In teams, imagine Evisions launches a new AI advising solution.</a:t>
          </a:r>
        </a:p>
      </dgm:t>
    </dgm:pt>
    <dgm:pt modelId="{17EA0344-99C2-4BD4-BF10-8E0DCFA9AFE9}" type="parTrans" cxnId="{BAFC08F6-1717-4A7A-95F8-04D9A4AAF8B3}">
      <dgm:prSet/>
      <dgm:spPr/>
      <dgm:t>
        <a:bodyPr/>
        <a:lstStyle/>
        <a:p>
          <a:endParaRPr lang="en-US"/>
        </a:p>
      </dgm:t>
    </dgm:pt>
    <dgm:pt modelId="{4F4D21EA-4083-4FB5-8999-96EEFBCB20D4}" type="sibTrans" cxnId="{BAFC08F6-1717-4A7A-95F8-04D9A4AAF8B3}">
      <dgm:prSet/>
      <dgm:spPr/>
      <dgm:t>
        <a:bodyPr/>
        <a:lstStyle/>
        <a:p>
          <a:endParaRPr lang="en-US"/>
        </a:p>
      </dgm:t>
    </dgm:pt>
    <dgm:pt modelId="{A1E8E6FC-5993-465E-8E71-A1C9E0FC9243}">
      <dgm:prSet/>
      <dgm:spPr/>
      <dgm:t>
        <a:bodyPr/>
        <a:lstStyle/>
        <a:p>
          <a:pPr>
            <a:lnSpc>
              <a:spcPct val="100000"/>
            </a:lnSpc>
          </a:pPr>
          <a:r>
            <a:rPr lang="en-US"/>
            <a:t>Define:</a:t>
          </a:r>
        </a:p>
      </dgm:t>
    </dgm:pt>
    <dgm:pt modelId="{E4FE2E9E-2549-4C17-85E5-D36445217D07}" type="parTrans" cxnId="{3155B778-2D19-4BC6-97EB-13EA14DCA1C1}">
      <dgm:prSet/>
      <dgm:spPr/>
      <dgm:t>
        <a:bodyPr/>
        <a:lstStyle/>
        <a:p>
          <a:endParaRPr lang="en-US"/>
        </a:p>
      </dgm:t>
    </dgm:pt>
    <dgm:pt modelId="{9583C988-6F6C-45E2-9BAC-2B6EAA36B001}" type="sibTrans" cxnId="{3155B778-2D19-4BC6-97EB-13EA14DCA1C1}">
      <dgm:prSet/>
      <dgm:spPr/>
      <dgm:t>
        <a:bodyPr/>
        <a:lstStyle/>
        <a:p>
          <a:endParaRPr lang="en-US"/>
        </a:p>
      </dgm:t>
    </dgm:pt>
    <dgm:pt modelId="{238CE8F8-1A76-4584-8400-3206BAC88C0E}">
      <dgm:prSet/>
      <dgm:spPr/>
      <dgm:t>
        <a:bodyPr/>
        <a:lstStyle/>
        <a:p>
          <a:pPr>
            <a:lnSpc>
              <a:spcPct val="100000"/>
            </a:lnSpc>
          </a:pPr>
          <a:r>
            <a:rPr lang="en-US"/>
            <a:t>• Your customer</a:t>
          </a:r>
        </a:p>
      </dgm:t>
    </dgm:pt>
    <dgm:pt modelId="{96963856-2E16-413B-AB30-80E885C60731}" type="parTrans" cxnId="{24141B49-481B-4A0C-BE74-DD115CB88D2C}">
      <dgm:prSet/>
      <dgm:spPr/>
      <dgm:t>
        <a:bodyPr/>
        <a:lstStyle/>
        <a:p>
          <a:endParaRPr lang="en-US"/>
        </a:p>
      </dgm:t>
    </dgm:pt>
    <dgm:pt modelId="{2582AEB5-F336-4855-8BC4-EEFBF058FC17}" type="sibTrans" cxnId="{24141B49-481B-4A0C-BE74-DD115CB88D2C}">
      <dgm:prSet/>
      <dgm:spPr/>
      <dgm:t>
        <a:bodyPr/>
        <a:lstStyle/>
        <a:p>
          <a:endParaRPr lang="en-US"/>
        </a:p>
      </dgm:t>
    </dgm:pt>
    <dgm:pt modelId="{41A1A300-F71B-49E9-8E80-49B6375CAB89}">
      <dgm:prSet/>
      <dgm:spPr/>
      <dgm:t>
        <a:bodyPr/>
        <a:lstStyle/>
        <a:p>
          <a:pPr>
            <a:lnSpc>
              <a:spcPct val="100000"/>
            </a:lnSpc>
          </a:pPr>
          <a:r>
            <a:rPr lang="en-US"/>
            <a:t>• Their biggest problem</a:t>
          </a:r>
        </a:p>
      </dgm:t>
    </dgm:pt>
    <dgm:pt modelId="{52CB4FED-6C56-4AAC-822C-97AD7FF685B2}" type="parTrans" cxnId="{7CD2F8A0-1FA6-4FC2-972D-23988A571201}">
      <dgm:prSet/>
      <dgm:spPr/>
      <dgm:t>
        <a:bodyPr/>
        <a:lstStyle/>
        <a:p>
          <a:endParaRPr lang="en-US"/>
        </a:p>
      </dgm:t>
    </dgm:pt>
    <dgm:pt modelId="{5A3FBE3C-EDA4-45F7-842A-EB0FC19A6E8E}" type="sibTrans" cxnId="{7CD2F8A0-1FA6-4FC2-972D-23988A571201}">
      <dgm:prSet/>
      <dgm:spPr/>
      <dgm:t>
        <a:bodyPr/>
        <a:lstStyle/>
        <a:p>
          <a:endParaRPr lang="en-US"/>
        </a:p>
      </dgm:t>
    </dgm:pt>
    <dgm:pt modelId="{3C0E1004-C631-4F40-9866-825A5E335983}">
      <dgm:prSet/>
      <dgm:spPr/>
      <dgm:t>
        <a:bodyPr/>
        <a:lstStyle/>
        <a:p>
          <a:pPr>
            <a:lnSpc>
              <a:spcPct val="100000"/>
            </a:lnSpc>
          </a:pPr>
          <a:r>
            <a:rPr lang="en-US"/>
            <a:t>• The value proposition</a:t>
          </a:r>
        </a:p>
      </dgm:t>
    </dgm:pt>
    <dgm:pt modelId="{07454A2C-3877-4D30-A050-6E3BE2BD7DFC}" type="parTrans" cxnId="{4582510E-33D0-4B5D-99E9-F67DA1931B68}">
      <dgm:prSet/>
      <dgm:spPr/>
      <dgm:t>
        <a:bodyPr/>
        <a:lstStyle/>
        <a:p>
          <a:endParaRPr lang="en-US"/>
        </a:p>
      </dgm:t>
    </dgm:pt>
    <dgm:pt modelId="{47DBC18B-8047-40F9-93D6-4D0CD8AA7E7C}" type="sibTrans" cxnId="{4582510E-33D0-4B5D-99E9-F67DA1931B68}">
      <dgm:prSet/>
      <dgm:spPr/>
      <dgm:t>
        <a:bodyPr/>
        <a:lstStyle/>
        <a:p>
          <a:endParaRPr lang="en-US"/>
        </a:p>
      </dgm:t>
    </dgm:pt>
    <dgm:pt modelId="{BDFAE6CB-994D-43E0-A78E-9DE0C3C10161}">
      <dgm:prSet/>
      <dgm:spPr/>
      <dgm:t>
        <a:bodyPr/>
        <a:lstStyle/>
        <a:p>
          <a:pPr>
            <a:lnSpc>
              <a:spcPct val="100000"/>
            </a:lnSpc>
          </a:pPr>
          <a:r>
            <a:rPr lang="en-US"/>
            <a:t>• Deliver a 60-second pitch</a:t>
          </a:r>
        </a:p>
      </dgm:t>
    </dgm:pt>
    <dgm:pt modelId="{9193AF3D-A7B9-48C4-9878-D9249C5C2053}" type="parTrans" cxnId="{79F09CE9-A5DB-4AF4-9C58-E220B47AB04B}">
      <dgm:prSet/>
      <dgm:spPr/>
      <dgm:t>
        <a:bodyPr/>
        <a:lstStyle/>
        <a:p>
          <a:endParaRPr lang="en-US"/>
        </a:p>
      </dgm:t>
    </dgm:pt>
    <dgm:pt modelId="{C3296E8C-BB16-4087-A035-100DB9868261}" type="sibTrans" cxnId="{79F09CE9-A5DB-4AF4-9C58-E220B47AB04B}">
      <dgm:prSet/>
      <dgm:spPr/>
      <dgm:t>
        <a:bodyPr/>
        <a:lstStyle/>
        <a:p>
          <a:endParaRPr lang="en-US"/>
        </a:p>
      </dgm:t>
    </dgm:pt>
    <dgm:pt modelId="{F143AC57-A291-4156-A3A4-63072487ABEE}" type="pres">
      <dgm:prSet presAssocID="{962304DD-E4F8-4165-952A-C69EE3BA92D2}" presName="root" presStyleCnt="0">
        <dgm:presLayoutVars>
          <dgm:dir/>
          <dgm:resizeHandles val="exact"/>
        </dgm:presLayoutVars>
      </dgm:prSet>
      <dgm:spPr/>
    </dgm:pt>
    <dgm:pt modelId="{B4CB44AC-1C1B-48FE-A015-FB525E8A04BE}" type="pres">
      <dgm:prSet presAssocID="{783A8FC3-6A68-49E5-AFB7-E0E0C6960470}" presName="compNode" presStyleCnt="0"/>
      <dgm:spPr/>
    </dgm:pt>
    <dgm:pt modelId="{F1F131E7-515A-45DD-B9C8-8D52063A53F1}" type="pres">
      <dgm:prSet presAssocID="{783A8FC3-6A68-49E5-AFB7-E0E0C6960470}"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uzzle"/>
        </a:ext>
      </dgm:extLst>
    </dgm:pt>
    <dgm:pt modelId="{D8667CC6-B6F7-47A5-8CB3-2483ADB58601}" type="pres">
      <dgm:prSet presAssocID="{783A8FC3-6A68-49E5-AFB7-E0E0C6960470}" presName="spaceRect" presStyleCnt="0"/>
      <dgm:spPr/>
    </dgm:pt>
    <dgm:pt modelId="{C9BA223B-C759-41AA-B279-C053B394742F}" type="pres">
      <dgm:prSet presAssocID="{783A8FC3-6A68-49E5-AFB7-E0E0C6960470}" presName="textRect" presStyleLbl="revTx" presStyleIdx="0" presStyleCnt="7">
        <dgm:presLayoutVars>
          <dgm:chMax val="1"/>
          <dgm:chPref val="1"/>
        </dgm:presLayoutVars>
      </dgm:prSet>
      <dgm:spPr/>
    </dgm:pt>
    <dgm:pt modelId="{9E8AA23B-AE5B-41A4-822F-AACDF0B5016A}" type="pres">
      <dgm:prSet presAssocID="{045ED5F2-5134-460D-AEFA-06C8B09C41D2}" presName="sibTrans" presStyleCnt="0"/>
      <dgm:spPr/>
    </dgm:pt>
    <dgm:pt modelId="{D21FA97E-1EAD-40E0-BF9F-B1240CFFC3B8}" type="pres">
      <dgm:prSet presAssocID="{9F9C90BE-0199-47B2-AFF5-79AAD5562403}" presName="compNode" presStyleCnt="0"/>
      <dgm:spPr/>
    </dgm:pt>
    <dgm:pt modelId="{FCC53EB2-02EC-440A-BC06-9EB5BD2EF6E8}" type="pres">
      <dgm:prSet presAssocID="{9F9C90BE-0199-47B2-AFF5-79AAD5562403}"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DF3A5B90-2ADA-4232-9F84-DFD7C67314A4}" type="pres">
      <dgm:prSet presAssocID="{9F9C90BE-0199-47B2-AFF5-79AAD5562403}" presName="spaceRect" presStyleCnt="0"/>
      <dgm:spPr/>
    </dgm:pt>
    <dgm:pt modelId="{8CB56D70-6BD6-4C6E-90FC-F9191C7DF120}" type="pres">
      <dgm:prSet presAssocID="{9F9C90BE-0199-47B2-AFF5-79AAD5562403}" presName="textRect" presStyleLbl="revTx" presStyleIdx="1" presStyleCnt="7">
        <dgm:presLayoutVars>
          <dgm:chMax val="1"/>
          <dgm:chPref val="1"/>
        </dgm:presLayoutVars>
      </dgm:prSet>
      <dgm:spPr/>
    </dgm:pt>
    <dgm:pt modelId="{41808CFE-E0E6-4C21-8225-3C78A61500A2}" type="pres">
      <dgm:prSet presAssocID="{4F4D21EA-4083-4FB5-8999-96EEFBCB20D4}" presName="sibTrans" presStyleCnt="0"/>
      <dgm:spPr/>
    </dgm:pt>
    <dgm:pt modelId="{A08942E8-60E7-49AE-AE85-DB7BE45C1F42}" type="pres">
      <dgm:prSet presAssocID="{A1E8E6FC-5993-465E-8E71-A1C9E0FC9243}" presName="compNode" presStyleCnt="0"/>
      <dgm:spPr/>
    </dgm:pt>
    <dgm:pt modelId="{E229604D-A529-45B8-97E7-5AC41502C4DF}" type="pres">
      <dgm:prSet presAssocID="{A1E8E6FC-5993-465E-8E71-A1C9E0FC9243}"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Typewriter"/>
        </a:ext>
      </dgm:extLst>
    </dgm:pt>
    <dgm:pt modelId="{C106B729-D2C1-48D7-B755-426F7CD75BB5}" type="pres">
      <dgm:prSet presAssocID="{A1E8E6FC-5993-465E-8E71-A1C9E0FC9243}" presName="spaceRect" presStyleCnt="0"/>
      <dgm:spPr/>
    </dgm:pt>
    <dgm:pt modelId="{FF6BC339-FACD-45C9-B6CB-90A79031A6A4}" type="pres">
      <dgm:prSet presAssocID="{A1E8E6FC-5993-465E-8E71-A1C9E0FC9243}" presName="textRect" presStyleLbl="revTx" presStyleIdx="2" presStyleCnt="7">
        <dgm:presLayoutVars>
          <dgm:chMax val="1"/>
          <dgm:chPref val="1"/>
        </dgm:presLayoutVars>
      </dgm:prSet>
      <dgm:spPr/>
    </dgm:pt>
    <dgm:pt modelId="{C54E0AA2-2D5D-41B3-9E1C-51AD44DAF187}" type="pres">
      <dgm:prSet presAssocID="{9583C988-6F6C-45E2-9BAC-2B6EAA36B001}" presName="sibTrans" presStyleCnt="0"/>
      <dgm:spPr/>
    </dgm:pt>
    <dgm:pt modelId="{957C5F40-87D1-4812-8D8B-918568A2B0FB}" type="pres">
      <dgm:prSet presAssocID="{238CE8F8-1A76-4584-8400-3206BAC88C0E}" presName="compNode" presStyleCnt="0"/>
      <dgm:spPr/>
    </dgm:pt>
    <dgm:pt modelId="{E45C8CA2-9F8A-45C0-9FC3-3C7628B40B32}" type="pres">
      <dgm:prSet presAssocID="{238CE8F8-1A76-4584-8400-3206BAC88C0E}"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
        </a:ext>
      </dgm:extLst>
    </dgm:pt>
    <dgm:pt modelId="{0A01B2F0-C75D-4FED-B41A-2D45F783B1D3}" type="pres">
      <dgm:prSet presAssocID="{238CE8F8-1A76-4584-8400-3206BAC88C0E}" presName="spaceRect" presStyleCnt="0"/>
      <dgm:spPr/>
    </dgm:pt>
    <dgm:pt modelId="{855B978F-7F4D-4908-A548-76973035F1E3}" type="pres">
      <dgm:prSet presAssocID="{238CE8F8-1A76-4584-8400-3206BAC88C0E}" presName="textRect" presStyleLbl="revTx" presStyleIdx="3" presStyleCnt="7">
        <dgm:presLayoutVars>
          <dgm:chMax val="1"/>
          <dgm:chPref val="1"/>
        </dgm:presLayoutVars>
      </dgm:prSet>
      <dgm:spPr/>
    </dgm:pt>
    <dgm:pt modelId="{D63FE276-62B6-4555-80FA-8092284861A1}" type="pres">
      <dgm:prSet presAssocID="{2582AEB5-F336-4855-8BC4-EEFBF058FC17}" presName="sibTrans" presStyleCnt="0"/>
      <dgm:spPr/>
    </dgm:pt>
    <dgm:pt modelId="{26103A8C-642B-4EE4-98DE-E5A630EA4B17}" type="pres">
      <dgm:prSet presAssocID="{41A1A300-F71B-49E9-8E80-49B6375CAB89}" presName="compNode" presStyleCnt="0"/>
      <dgm:spPr/>
    </dgm:pt>
    <dgm:pt modelId="{6660D08E-A422-44F9-ACFF-D39C51779F00}" type="pres">
      <dgm:prSet presAssocID="{41A1A300-F71B-49E9-8E80-49B6375CAB89}"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Question mark"/>
        </a:ext>
      </dgm:extLst>
    </dgm:pt>
    <dgm:pt modelId="{9B17B9A1-FAD0-4EF7-AF5C-C724534BCE42}" type="pres">
      <dgm:prSet presAssocID="{41A1A300-F71B-49E9-8E80-49B6375CAB89}" presName="spaceRect" presStyleCnt="0"/>
      <dgm:spPr/>
    </dgm:pt>
    <dgm:pt modelId="{A57C485E-DFA4-4761-8CD0-CAC65B44B9AB}" type="pres">
      <dgm:prSet presAssocID="{41A1A300-F71B-49E9-8E80-49B6375CAB89}" presName="textRect" presStyleLbl="revTx" presStyleIdx="4" presStyleCnt="7">
        <dgm:presLayoutVars>
          <dgm:chMax val="1"/>
          <dgm:chPref val="1"/>
        </dgm:presLayoutVars>
      </dgm:prSet>
      <dgm:spPr/>
    </dgm:pt>
    <dgm:pt modelId="{1C8A4441-FC38-4EA9-BDAF-66A752B6FBA3}" type="pres">
      <dgm:prSet presAssocID="{5A3FBE3C-EDA4-45F7-842A-EB0FC19A6E8E}" presName="sibTrans" presStyleCnt="0"/>
      <dgm:spPr/>
    </dgm:pt>
    <dgm:pt modelId="{652BE364-90AF-4F97-B458-B529EEAA88DA}" type="pres">
      <dgm:prSet presAssocID="{3C0E1004-C631-4F40-9866-825A5E335983}" presName="compNode" presStyleCnt="0"/>
      <dgm:spPr/>
    </dgm:pt>
    <dgm:pt modelId="{05241CD3-D0D8-40B0-9899-32CB66CEFEDF}" type="pres">
      <dgm:prSet presAssocID="{3C0E1004-C631-4F40-9866-825A5E335983}"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ins"/>
        </a:ext>
      </dgm:extLst>
    </dgm:pt>
    <dgm:pt modelId="{20BC38A9-2EDB-4385-B7B5-0F121384511B}" type="pres">
      <dgm:prSet presAssocID="{3C0E1004-C631-4F40-9866-825A5E335983}" presName="spaceRect" presStyleCnt="0"/>
      <dgm:spPr/>
    </dgm:pt>
    <dgm:pt modelId="{69DE56FE-932C-4D0E-8652-76B793E39973}" type="pres">
      <dgm:prSet presAssocID="{3C0E1004-C631-4F40-9866-825A5E335983}" presName="textRect" presStyleLbl="revTx" presStyleIdx="5" presStyleCnt="7">
        <dgm:presLayoutVars>
          <dgm:chMax val="1"/>
          <dgm:chPref val="1"/>
        </dgm:presLayoutVars>
      </dgm:prSet>
      <dgm:spPr/>
    </dgm:pt>
    <dgm:pt modelId="{9292DECB-DD4F-4E17-BC8E-CC7A5F59C6AA}" type="pres">
      <dgm:prSet presAssocID="{47DBC18B-8047-40F9-93D6-4D0CD8AA7E7C}" presName="sibTrans" presStyleCnt="0"/>
      <dgm:spPr/>
    </dgm:pt>
    <dgm:pt modelId="{1A76EC57-AC77-4079-A7FE-8F84B687ED25}" type="pres">
      <dgm:prSet presAssocID="{BDFAE6CB-994D-43E0-A78E-9DE0C3C10161}" presName="compNode" presStyleCnt="0"/>
      <dgm:spPr/>
    </dgm:pt>
    <dgm:pt modelId="{C2421163-BE2E-4617-A684-C2DD101E7712}" type="pres">
      <dgm:prSet presAssocID="{BDFAE6CB-994D-43E0-A78E-9DE0C3C10161}"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Present"/>
        </a:ext>
      </dgm:extLst>
    </dgm:pt>
    <dgm:pt modelId="{E344A488-2B86-4EA5-B431-AEFA9F621A1F}" type="pres">
      <dgm:prSet presAssocID="{BDFAE6CB-994D-43E0-A78E-9DE0C3C10161}" presName="spaceRect" presStyleCnt="0"/>
      <dgm:spPr/>
    </dgm:pt>
    <dgm:pt modelId="{D0465AA4-C015-4AE4-A008-1EDF45A4F742}" type="pres">
      <dgm:prSet presAssocID="{BDFAE6CB-994D-43E0-A78E-9DE0C3C10161}" presName="textRect" presStyleLbl="revTx" presStyleIdx="6" presStyleCnt="7">
        <dgm:presLayoutVars>
          <dgm:chMax val="1"/>
          <dgm:chPref val="1"/>
        </dgm:presLayoutVars>
      </dgm:prSet>
      <dgm:spPr/>
    </dgm:pt>
  </dgm:ptLst>
  <dgm:cxnLst>
    <dgm:cxn modelId="{B0C61E07-95E9-4230-921F-167EBDA2A558}" type="presOf" srcId="{962304DD-E4F8-4165-952A-C69EE3BA92D2}" destId="{F143AC57-A291-4156-A3A4-63072487ABEE}" srcOrd="0" destOrd="0" presId="urn:microsoft.com/office/officeart/2018/2/layout/IconLabelList"/>
    <dgm:cxn modelId="{4582510E-33D0-4B5D-99E9-F67DA1931B68}" srcId="{962304DD-E4F8-4165-952A-C69EE3BA92D2}" destId="{3C0E1004-C631-4F40-9866-825A5E335983}" srcOrd="5" destOrd="0" parTransId="{07454A2C-3877-4D30-A050-6E3BE2BD7DFC}" sibTransId="{47DBC18B-8047-40F9-93D6-4D0CD8AA7E7C}"/>
    <dgm:cxn modelId="{CCCD0631-7772-42D9-9B02-830EC92436E4}" type="presOf" srcId="{41A1A300-F71B-49E9-8E80-49B6375CAB89}" destId="{A57C485E-DFA4-4761-8CD0-CAC65B44B9AB}" srcOrd="0" destOrd="0" presId="urn:microsoft.com/office/officeart/2018/2/layout/IconLabelList"/>
    <dgm:cxn modelId="{24141B49-481B-4A0C-BE74-DD115CB88D2C}" srcId="{962304DD-E4F8-4165-952A-C69EE3BA92D2}" destId="{238CE8F8-1A76-4584-8400-3206BAC88C0E}" srcOrd="3" destOrd="0" parTransId="{96963856-2E16-413B-AB30-80E885C60731}" sibTransId="{2582AEB5-F336-4855-8BC4-EEFBF058FC17}"/>
    <dgm:cxn modelId="{BE444B52-1BEB-4BD4-95A0-106F33A7EFA2}" type="presOf" srcId="{BDFAE6CB-994D-43E0-A78E-9DE0C3C10161}" destId="{D0465AA4-C015-4AE4-A008-1EDF45A4F742}" srcOrd="0" destOrd="0" presId="urn:microsoft.com/office/officeart/2018/2/layout/IconLabelList"/>
    <dgm:cxn modelId="{855EA077-F7AE-44A0-AD92-BE769C22296E}" type="presOf" srcId="{A1E8E6FC-5993-465E-8E71-A1C9E0FC9243}" destId="{FF6BC339-FACD-45C9-B6CB-90A79031A6A4}" srcOrd="0" destOrd="0" presId="urn:microsoft.com/office/officeart/2018/2/layout/IconLabelList"/>
    <dgm:cxn modelId="{3155B778-2D19-4BC6-97EB-13EA14DCA1C1}" srcId="{962304DD-E4F8-4165-952A-C69EE3BA92D2}" destId="{A1E8E6FC-5993-465E-8E71-A1C9E0FC9243}" srcOrd="2" destOrd="0" parTransId="{E4FE2E9E-2549-4C17-85E5-D36445217D07}" sibTransId="{9583C988-6F6C-45E2-9BAC-2B6EAA36B001}"/>
    <dgm:cxn modelId="{B5578379-E23C-4651-B1DA-00C94E1E1D53}" type="presOf" srcId="{238CE8F8-1A76-4584-8400-3206BAC88C0E}" destId="{855B978F-7F4D-4908-A548-76973035F1E3}" srcOrd="0" destOrd="0" presId="urn:microsoft.com/office/officeart/2018/2/layout/IconLabelList"/>
    <dgm:cxn modelId="{5A9C2F93-659E-4708-B925-19A3D02A6B21}" type="presOf" srcId="{783A8FC3-6A68-49E5-AFB7-E0E0C6960470}" destId="{C9BA223B-C759-41AA-B279-C053B394742F}" srcOrd="0" destOrd="0" presId="urn:microsoft.com/office/officeart/2018/2/layout/IconLabelList"/>
    <dgm:cxn modelId="{7CD2F8A0-1FA6-4FC2-972D-23988A571201}" srcId="{962304DD-E4F8-4165-952A-C69EE3BA92D2}" destId="{41A1A300-F71B-49E9-8E80-49B6375CAB89}" srcOrd="4" destOrd="0" parTransId="{52CB4FED-6C56-4AAC-822C-97AD7FF685B2}" sibTransId="{5A3FBE3C-EDA4-45F7-842A-EB0FC19A6E8E}"/>
    <dgm:cxn modelId="{1CF4B5B7-7D42-409A-BD3D-0968D65C17E2}" type="presOf" srcId="{9F9C90BE-0199-47B2-AFF5-79AAD5562403}" destId="{8CB56D70-6BD6-4C6E-90FC-F9191C7DF120}" srcOrd="0" destOrd="0" presId="urn:microsoft.com/office/officeart/2018/2/layout/IconLabelList"/>
    <dgm:cxn modelId="{21811FDD-C100-4C1B-BC5F-8E97300380E7}" type="presOf" srcId="{3C0E1004-C631-4F40-9866-825A5E335983}" destId="{69DE56FE-932C-4D0E-8652-76B793E39973}" srcOrd="0" destOrd="0" presId="urn:microsoft.com/office/officeart/2018/2/layout/IconLabelList"/>
    <dgm:cxn modelId="{4A0DB2DF-1620-466F-A44C-E0399CCE4EF4}" srcId="{962304DD-E4F8-4165-952A-C69EE3BA92D2}" destId="{783A8FC3-6A68-49E5-AFB7-E0E0C6960470}" srcOrd="0" destOrd="0" parTransId="{D1EF8DBB-C002-430A-895F-6A401C9FB304}" sibTransId="{045ED5F2-5134-460D-AEFA-06C8B09C41D2}"/>
    <dgm:cxn modelId="{79F09CE9-A5DB-4AF4-9C58-E220B47AB04B}" srcId="{962304DD-E4F8-4165-952A-C69EE3BA92D2}" destId="{BDFAE6CB-994D-43E0-A78E-9DE0C3C10161}" srcOrd="6" destOrd="0" parTransId="{9193AF3D-A7B9-48C4-9878-D9249C5C2053}" sibTransId="{C3296E8C-BB16-4087-A035-100DB9868261}"/>
    <dgm:cxn modelId="{BAFC08F6-1717-4A7A-95F8-04D9A4AAF8B3}" srcId="{962304DD-E4F8-4165-952A-C69EE3BA92D2}" destId="{9F9C90BE-0199-47B2-AFF5-79AAD5562403}" srcOrd="1" destOrd="0" parTransId="{17EA0344-99C2-4BD4-BF10-8E0DCFA9AFE9}" sibTransId="{4F4D21EA-4083-4FB5-8999-96EEFBCB20D4}"/>
    <dgm:cxn modelId="{E7904525-95F2-4B66-BEB0-A57881BB7DDE}" type="presParOf" srcId="{F143AC57-A291-4156-A3A4-63072487ABEE}" destId="{B4CB44AC-1C1B-48FE-A015-FB525E8A04BE}" srcOrd="0" destOrd="0" presId="urn:microsoft.com/office/officeart/2018/2/layout/IconLabelList"/>
    <dgm:cxn modelId="{728D4B4D-DC44-4780-BB38-5F75FB68EB00}" type="presParOf" srcId="{B4CB44AC-1C1B-48FE-A015-FB525E8A04BE}" destId="{F1F131E7-515A-45DD-B9C8-8D52063A53F1}" srcOrd="0" destOrd="0" presId="urn:microsoft.com/office/officeart/2018/2/layout/IconLabelList"/>
    <dgm:cxn modelId="{75691B4D-4EBA-40E0-8732-CB32ADAB754A}" type="presParOf" srcId="{B4CB44AC-1C1B-48FE-A015-FB525E8A04BE}" destId="{D8667CC6-B6F7-47A5-8CB3-2483ADB58601}" srcOrd="1" destOrd="0" presId="urn:microsoft.com/office/officeart/2018/2/layout/IconLabelList"/>
    <dgm:cxn modelId="{1165536D-9EBE-426B-8586-6852E1495943}" type="presParOf" srcId="{B4CB44AC-1C1B-48FE-A015-FB525E8A04BE}" destId="{C9BA223B-C759-41AA-B279-C053B394742F}" srcOrd="2" destOrd="0" presId="urn:microsoft.com/office/officeart/2018/2/layout/IconLabelList"/>
    <dgm:cxn modelId="{E7002B64-6E0F-477E-8BBB-230F47B6F7A8}" type="presParOf" srcId="{F143AC57-A291-4156-A3A4-63072487ABEE}" destId="{9E8AA23B-AE5B-41A4-822F-AACDF0B5016A}" srcOrd="1" destOrd="0" presId="urn:microsoft.com/office/officeart/2018/2/layout/IconLabelList"/>
    <dgm:cxn modelId="{0B092084-EE82-4E0E-A2C5-415431808649}" type="presParOf" srcId="{F143AC57-A291-4156-A3A4-63072487ABEE}" destId="{D21FA97E-1EAD-40E0-BF9F-B1240CFFC3B8}" srcOrd="2" destOrd="0" presId="urn:microsoft.com/office/officeart/2018/2/layout/IconLabelList"/>
    <dgm:cxn modelId="{A95138A7-3DDF-4C41-A6FD-A5BC9E076A8F}" type="presParOf" srcId="{D21FA97E-1EAD-40E0-BF9F-B1240CFFC3B8}" destId="{FCC53EB2-02EC-440A-BC06-9EB5BD2EF6E8}" srcOrd="0" destOrd="0" presId="urn:microsoft.com/office/officeart/2018/2/layout/IconLabelList"/>
    <dgm:cxn modelId="{730E7870-E297-4EC5-8D07-0ED5F3414452}" type="presParOf" srcId="{D21FA97E-1EAD-40E0-BF9F-B1240CFFC3B8}" destId="{DF3A5B90-2ADA-4232-9F84-DFD7C67314A4}" srcOrd="1" destOrd="0" presId="urn:microsoft.com/office/officeart/2018/2/layout/IconLabelList"/>
    <dgm:cxn modelId="{6C10EADF-9358-4100-A52B-CF5D56564D4E}" type="presParOf" srcId="{D21FA97E-1EAD-40E0-BF9F-B1240CFFC3B8}" destId="{8CB56D70-6BD6-4C6E-90FC-F9191C7DF120}" srcOrd="2" destOrd="0" presId="urn:microsoft.com/office/officeart/2018/2/layout/IconLabelList"/>
    <dgm:cxn modelId="{C37743C0-CE66-4B95-8B00-617EA24F334D}" type="presParOf" srcId="{F143AC57-A291-4156-A3A4-63072487ABEE}" destId="{41808CFE-E0E6-4C21-8225-3C78A61500A2}" srcOrd="3" destOrd="0" presId="urn:microsoft.com/office/officeart/2018/2/layout/IconLabelList"/>
    <dgm:cxn modelId="{407A555F-392E-4D31-8F72-0DF936ACBFDA}" type="presParOf" srcId="{F143AC57-A291-4156-A3A4-63072487ABEE}" destId="{A08942E8-60E7-49AE-AE85-DB7BE45C1F42}" srcOrd="4" destOrd="0" presId="urn:microsoft.com/office/officeart/2018/2/layout/IconLabelList"/>
    <dgm:cxn modelId="{3BC3BB4D-0D36-455E-AABB-65ADE1DB822B}" type="presParOf" srcId="{A08942E8-60E7-49AE-AE85-DB7BE45C1F42}" destId="{E229604D-A529-45B8-97E7-5AC41502C4DF}" srcOrd="0" destOrd="0" presId="urn:microsoft.com/office/officeart/2018/2/layout/IconLabelList"/>
    <dgm:cxn modelId="{720807A1-B5DA-4B20-8E90-E2FD3E395963}" type="presParOf" srcId="{A08942E8-60E7-49AE-AE85-DB7BE45C1F42}" destId="{C106B729-D2C1-48D7-B755-426F7CD75BB5}" srcOrd="1" destOrd="0" presId="urn:microsoft.com/office/officeart/2018/2/layout/IconLabelList"/>
    <dgm:cxn modelId="{47938B92-443F-4CB3-9BFF-42B24074003F}" type="presParOf" srcId="{A08942E8-60E7-49AE-AE85-DB7BE45C1F42}" destId="{FF6BC339-FACD-45C9-B6CB-90A79031A6A4}" srcOrd="2" destOrd="0" presId="urn:microsoft.com/office/officeart/2018/2/layout/IconLabelList"/>
    <dgm:cxn modelId="{DBB33FC0-E7F0-4C06-9FA4-308F771D3280}" type="presParOf" srcId="{F143AC57-A291-4156-A3A4-63072487ABEE}" destId="{C54E0AA2-2D5D-41B3-9E1C-51AD44DAF187}" srcOrd="5" destOrd="0" presId="urn:microsoft.com/office/officeart/2018/2/layout/IconLabelList"/>
    <dgm:cxn modelId="{A8763419-61A2-4746-9F82-5EF778269879}" type="presParOf" srcId="{F143AC57-A291-4156-A3A4-63072487ABEE}" destId="{957C5F40-87D1-4812-8D8B-918568A2B0FB}" srcOrd="6" destOrd="0" presId="urn:microsoft.com/office/officeart/2018/2/layout/IconLabelList"/>
    <dgm:cxn modelId="{522CE69B-38D0-48E1-964E-74639CE87402}" type="presParOf" srcId="{957C5F40-87D1-4812-8D8B-918568A2B0FB}" destId="{E45C8CA2-9F8A-45C0-9FC3-3C7628B40B32}" srcOrd="0" destOrd="0" presId="urn:microsoft.com/office/officeart/2018/2/layout/IconLabelList"/>
    <dgm:cxn modelId="{39E52E46-089F-4714-9093-9B6EE1B85E5D}" type="presParOf" srcId="{957C5F40-87D1-4812-8D8B-918568A2B0FB}" destId="{0A01B2F0-C75D-4FED-B41A-2D45F783B1D3}" srcOrd="1" destOrd="0" presId="urn:microsoft.com/office/officeart/2018/2/layout/IconLabelList"/>
    <dgm:cxn modelId="{0A4CEC14-1E7B-41AF-BA92-403CF54EC0FC}" type="presParOf" srcId="{957C5F40-87D1-4812-8D8B-918568A2B0FB}" destId="{855B978F-7F4D-4908-A548-76973035F1E3}" srcOrd="2" destOrd="0" presId="urn:microsoft.com/office/officeart/2018/2/layout/IconLabelList"/>
    <dgm:cxn modelId="{0CF60A48-4F17-431F-BFF5-14E1DC849A22}" type="presParOf" srcId="{F143AC57-A291-4156-A3A4-63072487ABEE}" destId="{D63FE276-62B6-4555-80FA-8092284861A1}" srcOrd="7" destOrd="0" presId="urn:microsoft.com/office/officeart/2018/2/layout/IconLabelList"/>
    <dgm:cxn modelId="{AC952363-C705-4D7C-A8B7-6847A26DBBBA}" type="presParOf" srcId="{F143AC57-A291-4156-A3A4-63072487ABEE}" destId="{26103A8C-642B-4EE4-98DE-E5A630EA4B17}" srcOrd="8" destOrd="0" presId="urn:microsoft.com/office/officeart/2018/2/layout/IconLabelList"/>
    <dgm:cxn modelId="{19745E1E-8D02-4589-B7D3-37B5941EB43B}" type="presParOf" srcId="{26103A8C-642B-4EE4-98DE-E5A630EA4B17}" destId="{6660D08E-A422-44F9-ACFF-D39C51779F00}" srcOrd="0" destOrd="0" presId="urn:microsoft.com/office/officeart/2018/2/layout/IconLabelList"/>
    <dgm:cxn modelId="{3302ED31-FC27-462C-BDD9-498C499D5CF3}" type="presParOf" srcId="{26103A8C-642B-4EE4-98DE-E5A630EA4B17}" destId="{9B17B9A1-FAD0-4EF7-AF5C-C724534BCE42}" srcOrd="1" destOrd="0" presId="urn:microsoft.com/office/officeart/2018/2/layout/IconLabelList"/>
    <dgm:cxn modelId="{0C08E599-DE13-4E43-89DA-F88BDB357B62}" type="presParOf" srcId="{26103A8C-642B-4EE4-98DE-E5A630EA4B17}" destId="{A57C485E-DFA4-4761-8CD0-CAC65B44B9AB}" srcOrd="2" destOrd="0" presId="urn:microsoft.com/office/officeart/2018/2/layout/IconLabelList"/>
    <dgm:cxn modelId="{5F7E5219-F795-4401-85E3-DEFF9411F41E}" type="presParOf" srcId="{F143AC57-A291-4156-A3A4-63072487ABEE}" destId="{1C8A4441-FC38-4EA9-BDAF-66A752B6FBA3}" srcOrd="9" destOrd="0" presId="urn:microsoft.com/office/officeart/2018/2/layout/IconLabelList"/>
    <dgm:cxn modelId="{44E105AE-C6D0-4D8A-8148-CEC9E7D1B6D8}" type="presParOf" srcId="{F143AC57-A291-4156-A3A4-63072487ABEE}" destId="{652BE364-90AF-4F97-B458-B529EEAA88DA}" srcOrd="10" destOrd="0" presId="urn:microsoft.com/office/officeart/2018/2/layout/IconLabelList"/>
    <dgm:cxn modelId="{849096CF-5CBE-42C9-8B1D-1A31CEC3A29B}" type="presParOf" srcId="{652BE364-90AF-4F97-B458-B529EEAA88DA}" destId="{05241CD3-D0D8-40B0-9899-32CB66CEFEDF}" srcOrd="0" destOrd="0" presId="urn:microsoft.com/office/officeart/2018/2/layout/IconLabelList"/>
    <dgm:cxn modelId="{00C63BDD-BB91-4F39-BE6D-E9A6BBA560ED}" type="presParOf" srcId="{652BE364-90AF-4F97-B458-B529EEAA88DA}" destId="{20BC38A9-2EDB-4385-B7B5-0F121384511B}" srcOrd="1" destOrd="0" presId="urn:microsoft.com/office/officeart/2018/2/layout/IconLabelList"/>
    <dgm:cxn modelId="{9D205D37-3FBB-45B5-93AC-B0D660BA284C}" type="presParOf" srcId="{652BE364-90AF-4F97-B458-B529EEAA88DA}" destId="{69DE56FE-932C-4D0E-8652-76B793E39973}" srcOrd="2" destOrd="0" presId="urn:microsoft.com/office/officeart/2018/2/layout/IconLabelList"/>
    <dgm:cxn modelId="{9F313099-091E-4DE6-98FC-CB36A9CB36C8}" type="presParOf" srcId="{F143AC57-A291-4156-A3A4-63072487ABEE}" destId="{9292DECB-DD4F-4E17-BC8E-CC7A5F59C6AA}" srcOrd="11" destOrd="0" presId="urn:microsoft.com/office/officeart/2018/2/layout/IconLabelList"/>
    <dgm:cxn modelId="{036AFACB-19C6-45A8-ABC3-DDC07090DA41}" type="presParOf" srcId="{F143AC57-A291-4156-A3A4-63072487ABEE}" destId="{1A76EC57-AC77-4079-A7FE-8F84B687ED25}" srcOrd="12" destOrd="0" presId="urn:microsoft.com/office/officeart/2018/2/layout/IconLabelList"/>
    <dgm:cxn modelId="{57141DC1-7A21-4AF1-8746-0F740AF9CC79}" type="presParOf" srcId="{1A76EC57-AC77-4079-A7FE-8F84B687ED25}" destId="{C2421163-BE2E-4617-A684-C2DD101E7712}" srcOrd="0" destOrd="0" presId="urn:microsoft.com/office/officeart/2018/2/layout/IconLabelList"/>
    <dgm:cxn modelId="{84BD1CFC-61F3-4E43-A064-7D32A3FE10D6}" type="presParOf" srcId="{1A76EC57-AC77-4079-A7FE-8F84B687ED25}" destId="{E344A488-2B86-4EA5-B431-AEFA9F621A1F}" srcOrd="1" destOrd="0" presId="urn:microsoft.com/office/officeart/2018/2/layout/IconLabelList"/>
    <dgm:cxn modelId="{EF2F8F4E-AAC0-48DC-8630-89B35CBD83A9}" type="presParOf" srcId="{1A76EC57-AC77-4079-A7FE-8F84B687ED25}" destId="{D0465AA4-C015-4AE4-A008-1EDF45A4F74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49123-C969-48D7-B743-B7DF689F8E2E}">
      <dsp:nvSpPr>
        <dsp:cNvPr id="0" name=""/>
        <dsp:cNvSpPr/>
      </dsp:nvSpPr>
      <dsp:spPr>
        <a:xfrm>
          <a:off x="0" y="808672"/>
          <a:ext cx="530352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Session Format (1 Hour)</a:t>
          </a:r>
        </a:p>
      </dsp:txBody>
      <dsp:txXfrm>
        <a:off x="22246" y="830918"/>
        <a:ext cx="5259028" cy="411223"/>
      </dsp:txXfrm>
    </dsp:sp>
    <dsp:sp modelId="{2FE69561-4199-416B-B0CA-3B1344346573}">
      <dsp:nvSpPr>
        <dsp:cNvPr id="0" name=""/>
        <dsp:cNvSpPr/>
      </dsp:nvSpPr>
      <dsp:spPr>
        <a:xfrm>
          <a:off x="0" y="1319107"/>
          <a:ext cx="530352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5–10 min — Introduction, background &amp; role</a:t>
          </a:r>
        </a:p>
      </dsp:txBody>
      <dsp:txXfrm>
        <a:off x="22246" y="1341353"/>
        <a:ext cx="5259028" cy="411223"/>
      </dsp:txXfrm>
    </dsp:sp>
    <dsp:sp modelId="{8B4D85E9-6DE8-45BE-B119-A52340948618}">
      <dsp:nvSpPr>
        <dsp:cNvPr id="0" name=""/>
        <dsp:cNvSpPr/>
      </dsp:nvSpPr>
      <dsp:spPr>
        <a:xfrm>
          <a:off x="0" y="1829542"/>
          <a:ext cx="530352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15–20 min — Core lessons from leading Revenue</a:t>
          </a:r>
        </a:p>
      </dsp:txBody>
      <dsp:txXfrm>
        <a:off x="22246" y="1851788"/>
        <a:ext cx="5259028" cy="411223"/>
      </dsp:txXfrm>
    </dsp:sp>
    <dsp:sp modelId="{AA37D4C9-9522-4252-BE50-22B6C2634328}">
      <dsp:nvSpPr>
        <dsp:cNvPr id="0" name=""/>
        <dsp:cNvSpPr/>
      </dsp:nvSpPr>
      <dsp:spPr>
        <a:xfrm>
          <a:off x="0" y="2339977"/>
          <a:ext cx="530352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15–20 min — Team activity</a:t>
          </a:r>
        </a:p>
      </dsp:txBody>
      <dsp:txXfrm>
        <a:off x="22246" y="2362223"/>
        <a:ext cx="5259028" cy="411223"/>
      </dsp:txXfrm>
    </dsp:sp>
    <dsp:sp modelId="{6FB2532F-CA8B-443E-A570-AB2489F4A6D7}">
      <dsp:nvSpPr>
        <dsp:cNvPr id="0" name=""/>
        <dsp:cNvSpPr/>
      </dsp:nvSpPr>
      <dsp:spPr>
        <a:xfrm>
          <a:off x="0" y="2850412"/>
          <a:ext cx="530352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5–10 min — Reflection &amp; Q&amp;A</a:t>
          </a:r>
        </a:p>
      </dsp:txBody>
      <dsp:txXfrm>
        <a:off x="22246" y="2872658"/>
        <a:ext cx="5259028" cy="4112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49123-C969-48D7-B743-B7DF689F8E2E}">
      <dsp:nvSpPr>
        <dsp:cNvPr id="0" name=""/>
        <dsp:cNvSpPr/>
      </dsp:nvSpPr>
      <dsp:spPr>
        <a:xfrm>
          <a:off x="0" y="39754"/>
          <a:ext cx="5303520" cy="78171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Brian Stevens, born in 1981 in Marine City, MI</a:t>
          </a:r>
        </a:p>
      </dsp:txBody>
      <dsp:txXfrm>
        <a:off x="38160" y="77914"/>
        <a:ext cx="5227200" cy="705394"/>
      </dsp:txXfrm>
    </dsp:sp>
    <dsp:sp modelId="{2FE69561-4199-416B-B0CA-3B1344346573}">
      <dsp:nvSpPr>
        <dsp:cNvPr id="0" name=""/>
        <dsp:cNvSpPr/>
      </dsp:nvSpPr>
      <dsp:spPr>
        <a:xfrm>
          <a:off x="0" y="857069"/>
          <a:ext cx="5303520" cy="78171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Played Football, Basketball, Baseball for Marine City (All Conference in Football, and Team MVP, All Conference, All Region and Detroit News All Metro East team in Baseball). Captain of Football and Baseball teams my Senior year (and Junior year also for Baseball)</a:t>
          </a:r>
        </a:p>
      </dsp:txBody>
      <dsp:txXfrm>
        <a:off x="38160" y="895229"/>
        <a:ext cx="5227200" cy="705394"/>
      </dsp:txXfrm>
    </dsp:sp>
    <dsp:sp modelId="{8B4D85E9-6DE8-45BE-B119-A52340948618}">
      <dsp:nvSpPr>
        <dsp:cNvPr id="0" name=""/>
        <dsp:cNvSpPr/>
      </dsp:nvSpPr>
      <dsp:spPr>
        <a:xfrm>
          <a:off x="0" y="1666542"/>
          <a:ext cx="5303520" cy="78171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Undergrad:     Central Michigan University</a:t>
          </a:r>
          <a:br>
            <a:rPr lang="en-US" sz="1100" kern="1200" dirty="0"/>
          </a:br>
          <a:r>
            <a:rPr lang="en-US" sz="1100" kern="1200" dirty="0"/>
            <a:t>MBA:               Northwood University </a:t>
          </a:r>
          <a:br>
            <a:rPr lang="en-US" sz="1100" kern="1200" dirty="0"/>
          </a:br>
          <a:br>
            <a:rPr lang="en-US" sz="1100" kern="1200" dirty="0"/>
          </a:br>
          <a:r>
            <a:rPr lang="en-US" sz="1100" kern="1200" dirty="0"/>
            <a:t>Absolutely love working here at Evisions!</a:t>
          </a:r>
        </a:p>
      </dsp:txBody>
      <dsp:txXfrm>
        <a:off x="38160" y="1704702"/>
        <a:ext cx="5227200" cy="705394"/>
      </dsp:txXfrm>
    </dsp:sp>
    <dsp:sp modelId="{AA37D4C9-9522-4252-BE50-22B6C2634328}">
      <dsp:nvSpPr>
        <dsp:cNvPr id="0" name=""/>
        <dsp:cNvSpPr/>
      </dsp:nvSpPr>
      <dsp:spPr>
        <a:xfrm>
          <a:off x="0" y="2479937"/>
          <a:ext cx="5303520" cy="78171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Wife Heather, and 5 kids (Keira 14, Autumn 10, Nolan 8, Hannah 5, Sophie 1 and we live in Brighton, MI kids go to Brighton Area Schools). Go Bulldogs!</a:t>
          </a:r>
        </a:p>
      </dsp:txBody>
      <dsp:txXfrm>
        <a:off x="38160" y="2518097"/>
        <a:ext cx="5227200" cy="705394"/>
      </dsp:txXfrm>
    </dsp:sp>
    <dsp:sp modelId="{6FB2532F-CA8B-443E-A570-AB2489F4A6D7}">
      <dsp:nvSpPr>
        <dsp:cNvPr id="0" name=""/>
        <dsp:cNvSpPr/>
      </dsp:nvSpPr>
      <dsp:spPr>
        <a:xfrm>
          <a:off x="0" y="3293331"/>
          <a:ext cx="5303520" cy="78171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Spend time with family and friends at our cottage on Harsens Island in Michigan, and we stay busy with their school and sports (two oldest daughters are competitive gymnasts, and my son Nolan plays basketball, soccer, and football)-I’m an assistant coach on his football team)</a:t>
          </a:r>
        </a:p>
      </dsp:txBody>
      <dsp:txXfrm>
        <a:off x="38160" y="3331491"/>
        <a:ext cx="5227200" cy="7053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5FE6B0-E3C2-460A-8E6E-5A0280595AE8}">
      <dsp:nvSpPr>
        <dsp:cNvPr id="0" name=""/>
        <dsp:cNvSpPr/>
      </dsp:nvSpPr>
      <dsp:spPr>
        <a:xfrm>
          <a:off x="172805" y="430703"/>
          <a:ext cx="799171" cy="7991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A1FCDE-72C2-475F-83C0-A12EC409C896}">
      <dsp:nvSpPr>
        <dsp:cNvPr id="0" name=""/>
        <dsp:cNvSpPr/>
      </dsp:nvSpPr>
      <dsp:spPr>
        <a:xfrm>
          <a:off x="340631" y="598529"/>
          <a:ext cx="463519" cy="4635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957148-01F3-43C0-9AC6-6A9484FDCC96}">
      <dsp:nvSpPr>
        <dsp:cNvPr id="0" name=""/>
        <dsp:cNvSpPr/>
      </dsp:nvSpPr>
      <dsp:spPr>
        <a:xfrm>
          <a:off x="1143228" y="430703"/>
          <a:ext cx="1883761" cy="799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t>My path wasn’t linear and failure was an excellent teacher</a:t>
          </a:r>
        </a:p>
      </dsp:txBody>
      <dsp:txXfrm>
        <a:off x="1143228" y="430703"/>
        <a:ext cx="1883761" cy="799171"/>
      </dsp:txXfrm>
    </dsp:sp>
    <dsp:sp modelId="{388053D6-56DD-49AC-84C0-A9CB1C73F3BA}">
      <dsp:nvSpPr>
        <dsp:cNvPr id="0" name=""/>
        <dsp:cNvSpPr/>
      </dsp:nvSpPr>
      <dsp:spPr>
        <a:xfrm>
          <a:off x="3355220" y="430703"/>
          <a:ext cx="799171" cy="7991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F615DE-0717-40E1-88BD-535BFC7767F1}">
      <dsp:nvSpPr>
        <dsp:cNvPr id="0" name=""/>
        <dsp:cNvSpPr/>
      </dsp:nvSpPr>
      <dsp:spPr>
        <a:xfrm>
          <a:off x="3523046" y="598529"/>
          <a:ext cx="463519" cy="4635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605A1C-A989-42B7-AA3D-7DD9863B4004}">
      <dsp:nvSpPr>
        <dsp:cNvPr id="0" name=""/>
        <dsp:cNvSpPr/>
      </dsp:nvSpPr>
      <dsp:spPr>
        <a:xfrm>
          <a:off x="4325642" y="430703"/>
          <a:ext cx="1883761" cy="799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t>Started at Enterprise Rent a Car and moved into Commercial Real Estate</a:t>
          </a:r>
        </a:p>
      </dsp:txBody>
      <dsp:txXfrm>
        <a:off x="4325642" y="430703"/>
        <a:ext cx="1883761" cy="799171"/>
      </dsp:txXfrm>
    </dsp:sp>
    <dsp:sp modelId="{01AB6063-AB01-4310-9825-DE1FA62EDC56}">
      <dsp:nvSpPr>
        <dsp:cNvPr id="0" name=""/>
        <dsp:cNvSpPr/>
      </dsp:nvSpPr>
      <dsp:spPr>
        <a:xfrm>
          <a:off x="6537634" y="430703"/>
          <a:ext cx="799171" cy="7991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432825-FB6A-4A94-A26B-905628BBA90E}">
      <dsp:nvSpPr>
        <dsp:cNvPr id="0" name=""/>
        <dsp:cNvSpPr/>
      </dsp:nvSpPr>
      <dsp:spPr>
        <a:xfrm>
          <a:off x="6705460" y="598529"/>
          <a:ext cx="463519" cy="4635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BBC29B-8ADA-418C-ADF7-93DAB0301A4E}">
      <dsp:nvSpPr>
        <dsp:cNvPr id="0" name=""/>
        <dsp:cNvSpPr/>
      </dsp:nvSpPr>
      <dsp:spPr>
        <a:xfrm>
          <a:off x="7508057" y="430703"/>
          <a:ext cx="1883761" cy="799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t>Failed as a high-level leasing Executive at </a:t>
          </a:r>
          <a:r>
            <a:rPr lang="en-US" sz="1100" kern="1200"/>
            <a:t>Taubman Company </a:t>
          </a:r>
          <a:endParaRPr lang="en-US" sz="1100" kern="1200" dirty="0"/>
        </a:p>
      </dsp:txBody>
      <dsp:txXfrm>
        <a:off x="7508057" y="430703"/>
        <a:ext cx="1883761" cy="799171"/>
      </dsp:txXfrm>
    </dsp:sp>
    <dsp:sp modelId="{B958751E-2AC5-4677-B19E-5344818D5377}">
      <dsp:nvSpPr>
        <dsp:cNvPr id="0" name=""/>
        <dsp:cNvSpPr/>
      </dsp:nvSpPr>
      <dsp:spPr>
        <a:xfrm>
          <a:off x="172805" y="2069294"/>
          <a:ext cx="799171" cy="7991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368E05-BB56-4B23-8E98-0034F2C3D9C0}">
      <dsp:nvSpPr>
        <dsp:cNvPr id="0" name=""/>
        <dsp:cNvSpPr/>
      </dsp:nvSpPr>
      <dsp:spPr>
        <a:xfrm>
          <a:off x="340631" y="2237120"/>
          <a:ext cx="463519" cy="4635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169EBD-9C62-40E4-A63D-1DAACC28A8C2}">
      <dsp:nvSpPr>
        <dsp:cNvPr id="0" name=""/>
        <dsp:cNvSpPr/>
      </dsp:nvSpPr>
      <dsp:spPr>
        <a:xfrm>
          <a:off x="1143228" y="2069294"/>
          <a:ext cx="1883761" cy="799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t>Went from Mid Six Figure Executive leasing role at 28 at Taubman to literally selling copier machines on 8 Mile road in Detroit</a:t>
          </a:r>
        </a:p>
      </dsp:txBody>
      <dsp:txXfrm>
        <a:off x="1143228" y="2069294"/>
        <a:ext cx="1883761" cy="799171"/>
      </dsp:txXfrm>
    </dsp:sp>
    <dsp:sp modelId="{C5847D5A-FBFF-4254-833E-71A9753A0D3D}">
      <dsp:nvSpPr>
        <dsp:cNvPr id="0" name=""/>
        <dsp:cNvSpPr/>
      </dsp:nvSpPr>
      <dsp:spPr>
        <a:xfrm>
          <a:off x="3355220" y="2069294"/>
          <a:ext cx="799171" cy="7991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6E935F-6280-41E2-83A9-4798310A936B}">
      <dsp:nvSpPr>
        <dsp:cNvPr id="0" name=""/>
        <dsp:cNvSpPr/>
      </dsp:nvSpPr>
      <dsp:spPr>
        <a:xfrm>
          <a:off x="3523046" y="2237120"/>
          <a:ext cx="463519" cy="4635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33290B-E1B4-4FEC-9A50-705A1101EB73}">
      <dsp:nvSpPr>
        <dsp:cNvPr id="0" name=""/>
        <dsp:cNvSpPr/>
      </dsp:nvSpPr>
      <dsp:spPr>
        <a:xfrm>
          <a:off x="4325642" y="2069294"/>
          <a:ext cx="1883761" cy="799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t>Grinded as a highly disciplined sales rep and broke the Michigan record for most Toshiba copiers sold in anyone’s first year (hundreds of reps)</a:t>
          </a:r>
        </a:p>
      </dsp:txBody>
      <dsp:txXfrm>
        <a:off x="4325642" y="2069294"/>
        <a:ext cx="1883761" cy="799171"/>
      </dsp:txXfrm>
    </dsp:sp>
    <dsp:sp modelId="{B2E0D0BB-5EC0-4892-8CFF-8D707E0A32C5}">
      <dsp:nvSpPr>
        <dsp:cNvPr id="0" name=""/>
        <dsp:cNvSpPr/>
      </dsp:nvSpPr>
      <dsp:spPr>
        <a:xfrm>
          <a:off x="6537634" y="2069294"/>
          <a:ext cx="799171" cy="7991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84079E-0905-4AA4-B016-D643E305FC6E}">
      <dsp:nvSpPr>
        <dsp:cNvPr id="0" name=""/>
        <dsp:cNvSpPr/>
      </dsp:nvSpPr>
      <dsp:spPr>
        <a:xfrm>
          <a:off x="6705460" y="2237120"/>
          <a:ext cx="463519" cy="4635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843377-A7EC-44E4-A5BD-6A1BEB42D272}">
      <dsp:nvSpPr>
        <dsp:cNvPr id="0" name=""/>
        <dsp:cNvSpPr/>
      </dsp:nvSpPr>
      <dsp:spPr>
        <a:xfrm>
          <a:off x="7508057" y="2069294"/>
          <a:ext cx="1883761" cy="799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t>• Was recruited into a Software Sales role at </a:t>
          </a:r>
          <a:r>
            <a:rPr lang="en-US" sz="1100" kern="1200" dirty="0" err="1"/>
            <a:t>iDashboards</a:t>
          </a:r>
          <a:r>
            <a:rPr lang="en-US" sz="1100" kern="1200" dirty="0"/>
            <a:t>.  Used the same intense work ethic but added curiosity (not just working harder, but also smarter)</a:t>
          </a:r>
        </a:p>
      </dsp:txBody>
      <dsp:txXfrm>
        <a:off x="7508057" y="2069294"/>
        <a:ext cx="1883761" cy="799171"/>
      </dsp:txXfrm>
    </dsp:sp>
    <dsp:sp modelId="{D4F23B55-39FD-438D-867B-14959D7ECD7D}">
      <dsp:nvSpPr>
        <dsp:cNvPr id="0" name=""/>
        <dsp:cNvSpPr/>
      </dsp:nvSpPr>
      <dsp:spPr>
        <a:xfrm>
          <a:off x="172805" y="3707884"/>
          <a:ext cx="799171" cy="7991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F70B12-83DD-4C28-981C-AC9AC3522D87}">
      <dsp:nvSpPr>
        <dsp:cNvPr id="0" name=""/>
        <dsp:cNvSpPr/>
      </dsp:nvSpPr>
      <dsp:spPr>
        <a:xfrm>
          <a:off x="340631" y="3875710"/>
          <a:ext cx="463519" cy="4635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F8D242-D947-44C0-86AE-BA30D2E0BCFC}">
      <dsp:nvSpPr>
        <dsp:cNvPr id="0" name=""/>
        <dsp:cNvSpPr/>
      </dsp:nvSpPr>
      <dsp:spPr>
        <a:xfrm>
          <a:off x="1143228" y="3707884"/>
          <a:ext cx="1883761" cy="799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t>• Came to Evisions and hit the ground running as a successful Account Executive</a:t>
          </a:r>
        </a:p>
      </dsp:txBody>
      <dsp:txXfrm>
        <a:off x="1143228" y="3707884"/>
        <a:ext cx="1883761" cy="799171"/>
      </dsp:txXfrm>
    </dsp:sp>
    <dsp:sp modelId="{60F96218-C13A-4477-8918-B14B05FEA153}">
      <dsp:nvSpPr>
        <dsp:cNvPr id="0" name=""/>
        <dsp:cNvSpPr/>
      </dsp:nvSpPr>
      <dsp:spPr>
        <a:xfrm>
          <a:off x="3355220" y="3707884"/>
          <a:ext cx="799171" cy="7991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B7DCFC-4387-40C0-AC2D-89679511C3FB}">
      <dsp:nvSpPr>
        <dsp:cNvPr id="0" name=""/>
        <dsp:cNvSpPr/>
      </dsp:nvSpPr>
      <dsp:spPr>
        <a:xfrm>
          <a:off x="3523046" y="3875710"/>
          <a:ext cx="463519" cy="4635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6F7E4C-3669-4B7E-B4C7-DF1FAFA7D167}">
      <dsp:nvSpPr>
        <dsp:cNvPr id="0" name=""/>
        <dsp:cNvSpPr/>
      </dsp:nvSpPr>
      <dsp:spPr>
        <a:xfrm>
          <a:off x="4325642" y="3707884"/>
          <a:ext cx="1883761" cy="799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t>In 2017 I earned the opportunity to lead the sales team as Vice President of Sales (but this time I dedicated myself to being a servant leader that put the team first vs. my own ambitions)</a:t>
          </a:r>
        </a:p>
      </dsp:txBody>
      <dsp:txXfrm>
        <a:off x="4325642" y="3707884"/>
        <a:ext cx="1883761" cy="799171"/>
      </dsp:txXfrm>
    </dsp:sp>
    <dsp:sp modelId="{60AFC073-EB73-4D4A-B218-B98A30C8D7E9}">
      <dsp:nvSpPr>
        <dsp:cNvPr id="0" name=""/>
        <dsp:cNvSpPr/>
      </dsp:nvSpPr>
      <dsp:spPr>
        <a:xfrm>
          <a:off x="6537634" y="3707884"/>
          <a:ext cx="799171" cy="7991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757153-9A35-4E3C-B01A-E33EBBB64197}">
      <dsp:nvSpPr>
        <dsp:cNvPr id="0" name=""/>
        <dsp:cNvSpPr/>
      </dsp:nvSpPr>
      <dsp:spPr>
        <a:xfrm>
          <a:off x="6705460" y="3875710"/>
          <a:ext cx="463519" cy="4635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FFD214-B864-48D7-AF49-46E6CDB04E62}">
      <dsp:nvSpPr>
        <dsp:cNvPr id="0" name=""/>
        <dsp:cNvSpPr/>
      </dsp:nvSpPr>
      <dsp:spPr>
        <a:xfrm>
          <a:off x="7508057" y="3707884"/>
          <a:ext cx="1883761" cy="799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t>That led to eventually becoming VP of Sales &amp; Marketing which led to earning the role of Chief Revenue Officer in 2021</a:t>
          </a:r>
        </a:p>
      </dsp:txBody>
      <dsp:txXfrm>
        <a:off x="7508057" y="3707884"/>
        <a:ext cx="1883761" cy="79917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1778DE-CC8C-4079-B708-1786983BE7A8}">
      <dsp:nvSpPr>
        <dsp:cNvPr id="0" name=""/>
        <dsp:cNvSpPr/>
      </dsp:nvSpPr>
      <dsp:spPr>
        <a:xfrm>
          <a:off x="0" y="3214"/>
          <a:ext cx="5303520" cy="6847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156C1F-14D4-4342-878A-52CD74A57FA6}">
      <dsp:nvSpPr>
        <dsp:cNvPr id="0" name=""/>
        <dsp:cNvSpPr/>
      </dsp:nvSpPr>
      <dsp:spPr>
        <a:xfrm>
          <a:off x="207130" y="157278"/>
          <a:ext cx="376600" cy="3766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BB04B4-2AC4-4506-B3E7-0E6EE0C31795}">
      <dsp:nvSpPr>
        <dsp:cNvPr id="0" name=""/>
        <dsp:cNvSpPr/>
      </dsp:nvSpPr>
      <dsp:spPr>
        <a:xfrm>
          <a:off x="790861" y="3214"/>
          <a:ext cx="4512658" cy="684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467" tIns="72467" rIns="72467" bIns="72467" numCol="1" spcCol="1270" anchor="ctr" anchorCtr="0">
          <a:noAutofit/>
        </a:bodyPr>
        <a:lstStyle/>
        <a:p>
          <a:pPr marL="0" lvl="0" indent="0" algn="l" defTabSz="755650">
            <a:lnSpc>
              <a:spcPct val="100000"/>
            </a:lnSpc>
            <a:spcBef>
              <a:spcPct val="0"/>
            </a:spcBef>
            <a:spcAft>
              <a:spcPct val="35000"/>
            </a:spcAft>
            <a:buNone/>
          </a:pPr>
          <a:r>
            <a:rPr lang="en-US" sz="1700" kern="1200" dirty="0"/>
            <a:t>Revenue is created when every team works together.</a:t>
          </a:r>
        </a:p>
      </dsp:txBody>
      <dsp:txXfrm>
        <a:off x="790861" y="3214"/>
        <a:ext cx="4512658" cy="684728"/>
      </dsp:txXfrm>
    </dsp:sp>
    <dsp:sp modelId="{95CBEC2F-A292-442B-8073-7769E84AF37D}">
      <dsp:nvSpPr>
        <dsp:cNvPr id="0" name=""/>
        <dsp:cNvSpPr/>
      </dsp:nvSpPr>
      <dsp:spPr>
        <a:xfrm>
          <a:off x="0" y="859125"/>
          <a:ext cx="5303520" cy="6847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1D53F9-E854-4299-A058-B752E705A865}">
      <dsp:nvSpPr>
        <dsp:cNvPr id="0" name=""/>
        <dsp:cNvSpPr/>
      </dsp:nvSpPr>
      <dsp:spPr>
        <a:xfrm>
          <a:off x="207130" y="1013189"/>
          <a:ext cx="376600" cy="3766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999A78-324C-40EA-87EB-B22861AA3D76}">
      <dsp:nvSpPr>
        <dsp:cNvPr id="0" name=""/>
        <dsp:cNvSpPr/>
      </dsp:nvSpPr>
      <dsp:spPr>
        <a:xfrm>
          <a:off x="790861" y="859125"/>
          <a:ext cx="4512658" cy="684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467" tIns="72467" rIns="72467" bIns="72467" numCol="1" spcCol="1270" anchor="ctr" anchorCtr="0">
          <a:noAutofit/>
        </a:bodyPr>
        <a:lstStyle/>
        <a:p>
          <a:pPr marL="0" lvl="0" indent="0" algn="l" defTabSz="755650">
            <a:lnSpc>
              <a:spcPct val="100000"/>
            </a:lnSpc>
            <a:spcBef>
              <a:spcPct val="0"/>
            </a:spcBef>
            <a:spcAft>
              <a:spcPct val="35000"/>
            </a:spcAft>
            <a:buNone/>
          </a:pPr>
          <a:r>
            <a:rPr lang="en-US" sz="1700" kern="1200"/>
            <a:t>Marketing creates awareness.</a:t>
          </a:r>
        </a:p>
      </dsp:txBody>
      <dsp:txXfrm>
        <a:off x="790861" y="859125"/>
        <a:ext cx="4512658" cy="684728"/>
      </dsp:txXfrm>
    </dsp:sp>
    <dsp:sp modelId="{BE3B8762-E210-41D3-B47A-25D198BCA2F2}">
      <dsp:nvSpPr>
        <dsp:cNvPr id="0" name=""/>
        <dsp:cNvSpPr/>
      </dsp:nvSpPr>
      <dsp:spPr>
        <a:xfrm>
          <a:off x="0" y="1715035"/>
          <a:ext cx="5303520" cy="6847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E4AF66-6CA7-4DE2-BD1B-98033D86227F}">
      <dsp:nvSpPr>
        <dsp:cNvPr id="0" name=""/>
        <dsp:cNvSpPr/>
      </dsp:nvSpPr>
      <dsp:spPr>
        <a:xfrm>
          <a:off x="207130" y="1869099"/>
          <a:ext cx="376600" cy="3766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0C9C62-C699-4785-963C-E3430DF59379}">
      <dsp:nvSpPr>
        <dsp:cNvPr id="0" name=""/>
        <dsp:cNvSpPr/>
      </dsp:nvSpPr>
      <dsp:spPr>
        <a:xfrm>
          <a:off x="790861" y="1715035"/>
          <a:ext cx="4512658" cy="684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467" tIns="72467" rIns="72467" bIns="72467" numCol="1" spcCol="1270" anchor="ctr" anchorCtr="0">
          <a:noAutofit/>
        </a:bodyPr>
        <a:lstStyle/>
        <a:p>
          <a:pPr marL="0" lvl="0" indent="0" algn="l" defTabSz="755650">
            <a:lnSpc>
              <a:spcPct val="100000"/>
            </a:lnSpc>
            <a:spcBef>
              <a:spcPct val="0"/>
            </a:spcBef>
            <a:spcAft>
              <a:spcPct val="35000"/>
            </a:spcAft>
            <a:buNone/>
          </a:pPr>
          <a:r>
            <a:rPr lang="en-US" sz="1700" kern="1200"/>
            <a:t>Sales uncovers needs.</a:t>
          </a:r>
        </a:p>
      </dsp:txBody>
      <dsp:txXfrm>
        <a:off x="790861" y="1715035"/>
        <a:ext cx="4512658" cy="684728"/>
      </dsp:txXfrm>
    </dsp:sp>
    <dsp:sp modelId="{5B7E5991-044F-4B59-B71D-22A7FE6B9752}">
      <dsp:nvSpPr>
        <dsp:cNvPr id="0" name=""/>
        <dsp:cNvSpPr/>
      </dsp:nvSpPr>
      <dsp:spPr>
        <a:xfrm>
          <a:off x="0" y="2570946"/>
          <a:ext cx="5303520" cy="6847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970D94-75B9-4968-9532-78274174D52A}">
      <dsp:nvSpPr>
        <dsp:cNvPr id="0" name=""/>
        <dsp:cNvSpPr/>
      </dsp:nvSpPr>
      <dsp:spPr>
        <a:xfrm>
          <a:off x="207130" y="2725010"/>
          <a:ext cx="376600" cy="3766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8DB349-7C57-4553-B498-56BD263F4B93}">
      <dsp:nvSpPr>
        <dsp:cNvPr id="0" name=""/>
        <dsp:cNvSpPr/>
      </dsp:nvSpPr>
      <dsp:spPr>
        <a:xfrm>
          <a:off x="790861" y="2570946"/>
          <a:ext cx="4512658" cy="684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467" tIns="72467" rIns="72467" bIns="72467" numCol="1" spcCol="1270" anchor="ctr" anchorCtr="0">
          <a:noAutofit/>
        </a:bodyPr>
        <a:lstStyle/>
        <a:p>
          <a:pPr marL="0" lvl="0" indent="0" algn="l" defTabSz="755650">
            <a:lnSpc>
              <a:spcPct val="100000"/>
            </a:lnSpc>
            <a:spcBef>
              <a:spcPct val="0"/>
            </a:spcBef>
            <a:spcAft>
              <a:spcPct val="35000"/>
            </a:spcAft>
            <a:buNone/>
          </a:pPr>
          <a:r>
            <a:rPr lang="en-US" sz="1700" kern="1200"/>
            <a:t>Customer Success delivers value.</a:t>
          </a:r>
        </a:p>
      </dsp:txBody>
      <dsp:txXfrm>
        <a:off x="790861" y="2570946"/>
        <a:ext cx="4512658" cy="684728"/>
      </dsp:txXfrm>
    </dsp:sp>
    <dsp:sp modelId="{FCFDF591-5D42-4991-9FC6-A1ADB6006289}">
      <dsp:nvSpPr>
        <dsp:cNvPr id="0" name=""/>
        <dsp:cNvSpPr/>
      </dsp:nvSpPr>
      <dsp:spPr>
        <a:xfrm>
          <a:off x="0" y="3426856"/>
          <a:ext cx="5303520" cy="6847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12C971-FB39-49A9-B9E3-032EDFEA1A50}">
      <dsp:nvSpPr>
        <dsp:cNvPr id="0" name=""/>
        <dsp:cNvSpPr/>
      </dsp:nvSpPr>
      <dsp:spPr>
        <a:xfrm>
          <a:off x="207130" y="3580920"/>
          <a:ext cx="376600" cy="3766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07CD9A-8104-47D0-873C-60FCBFB3B8B1}">
      <dsp:nvSpPr>
        <dsp:cNvPr id="0" name=""/>
        <dsp:cNvSpPr/>
      </dsp:nvSpPr>
      <dsp:spPr>
        <a:xfrm>
          <a:off x="790861" y="3426856"/>
          <a:ext cx="4512658" cy="684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467" tIns="72467" rIns="72467" bIns="72467" numCol="1" spcCol="1270" anchor="ctr" anchorCtr="0">
          <a:noAutofit/>
        </a:bodyPr>
        <a:lstStyle/>
        <a:p>
          <a:pPr marL="0" lvl="0" indent="0" algn="l" defTabSz="755650">
            <a:lnSpc>
              <a:spcPct val="100000"/>
            </a:lnSpc>
            <a:spcBef>
              <a:spcPct val="0"/>
            </a:spcBef>
            <a:spcAft>
              <a:spcPct val="35000"/>
            </a:spcAft>
            <a:buNone/>
          </a:pPr>
          <a:r>
            <a:rPr lang="en-US" sz="1700" kern="1200"/>
            <a:t>Renewals and expansion create long-term growth.</a:t>
          </a:r>
        </a:p>
      </dsp:txBody>
      <dsp:txXfrm>
        <a:off x="790861" y="3426856"/>
        <a:ext cx="4512658" cy="6847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4B3789-3B58-47C1-BBDF-46AAFEF61E3A}">
      <dsp:nvSpPr>
        <dsp:cNvPr id="0" name=""/>
        <dsp:cNvSpPr/>
      </dsp:nvSpPr>
      <dsp:spPr>
        <a:xfrm>
          <a:off x="55909" y="326907"/>
          <a:ext cx="687317" cy="6873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5AA934-C220-4695-B0BB-554067CC7D79}">
      <dsp:nvSpPr>
        <dsp:cNvPr id="0" name=""/>
        <dsp:cNvSpPr/>
      </dsp:nvSpPr>
      <dsp:spPr>
        <a:xfrm>
          <a:off x="200246" y="471244"/>
          <a:ext cx="398644" cy="398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498B32-238C-478F-ADB8-D8201B8D2C94}">
      <dsp:nvSpPr>
        <dsp:cNvPr id="0" name=""/>
        <dsp:cNvSpPr/>
      </dsp:nvSpPr>
      <dsp:spPr>
        <a:xfrm>
          <a:off x="890509" y="326907"/>
          <a:ext cx="1620105" cy="6873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Customers rarely buy software.</a:t>
          </a:r>
        </a:p>
      </dsp:txBody>
      <dsp:txXfrm>
        <a:off x="890509" y="326907"/>
        <a:ext cx="1620105" cy="687317"/>
      </dsp:txXfrm>
    </dsp:sp>
    <dsp:sp modelId="{0C2A24FF-4202-4894-85B3-D7BD15BE6A5C}">
      <dsp:nvSpPr>
        <dsp:cNvPr id="0" name=""/>
        <dsp:cNvSpPr/>
      </dsp:nvSpPr>
      <dsp:spPr>
        <a:xfrm>
          <a:off x="2792905" y="326907"/>
          <a:ext cx="687317" cy="6873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19F2A9-5922-455F-8AD9-AC6262F4F29E}">
      <dsp:nvSpPr>
        <dsp:cNvPr id="0" name=""/>
        <dsp:cNvSpPr/>
      </dsp:nvSpPr>
      <dsp:spPr>
        <a:xfrm>
          <a:off x="2937242" y="471244"/>
          <a:ext cx="398644" cy="398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4680DB-4038-4CFD-B61B-F6E2D354D5D9}">
      <dsp:nvSpPr>
        <dsp:cNvPr id="0" name=""/>
        <dsp:cNvSpPr/>
      </dsp:nvSpPr>
      <dsp:spPr>
        <a:xfrm>
          <a:off x="3627505" y="326907"/>
          <a:ext cx="1620105" cy="6873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They buy:</a:t>
          </a:r>
        </a:p>
      </dsp:txBody>
      <dsp:txXfrm>
        <a:off x="3627505" y="326907"/>
        <a:ext cx="1620105" cy="687317"/>
      </dsp:txXfrm>
    </dsp:sp>
    <dsp:sp modelId="{E209C499-0C75-45D0-8792-152EDF54969A}">
      <dsp:nvSpPr>
        <dsp:cNvPr id="0" name=""/>
        <dsp:cNvSpPr/>
      </dsp:nvSpPr>
      <dsp:spPr>
        <a:xfrm>
          <a:off x="55909" y="1713741"/>
          <a:ext cx="687317" cy="6873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2349E6-975E-4196-A132-074D791902B8}">
      <dsp:nvSpPr>
        <dsp:cNvPr id="0" name=""/>
        <dsp:cNvSpPr/>
      </dsp:nvSpPr>
      <dsp:spPr>
        <a:xfrm>
          <a:off x="200246" y="1858077"/>
          <a:ext cx="398644" cy="398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47B882-4BEB-4810-8E26-87EB0977FDDF}">
      <dsp:nvSpPr>
        <dsp:cNvPr id="0" name=""/>
        <dsp:cNvSpPr/>
      </dsp:nvSpPr>
      <dsp:spPr>
        <a:xfrm>
          <a:off x="890509" y="1713741"/>
          <a:ext cx="1620105" cy="6873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 Time savings</a:t>
          </a:r>
        </a:p>
      </dsp:txBody>
      <dsp:txXfrm>
        <a:off x="890509" y="1713741"/>
        <a:ext cx="1620105" cy="687317"/>
      </dsp:txXfrm>
    </dsp:sp>
    <dsp:sp modelId="{7E55CEDA-0E90-44C9-BD75-0D8AFF9FBF3B}">
      <dsp:nvSpPr>
        <dsp:cNvPr id="0" name=""/>
        <dsp:cNvSpPr/>
      </dsp:nvSpPr>
      <dsp:spPr>
        <a:xfrm>
          <a:off x="2792905" y="1713741"/>
          <a:ext cx="687317" cy="6873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1DB959-A6D3-4BE4-8F45-382E105FDFE2}">
      <dsp:nvSpPr>
        <dsp:cNvPr id="0" name=""/>
        <dsp:cNvSpPr/>
      </dsp:nvSpPr>
      <dsp:spPr>
        <a:xfrm>
          <a:off x="2937242" y="1858077"/>
          <a:ext cx="398644" cy="398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35845A-D0E1-47E7-80D9-79B12A24EF7B}">
      <dsp:nvSpPr>
        <dsp:cNvPr id="0" name=""/>
        <dsp:cNvSpPr/>
      </dsp:nvSpPr>
      <dsp:spPr>
        <a:xfrm>
          <a:off x="3627505" y="1713741"/>
          <a:ext cx="1620105" cy="6873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 Better decisions</a:t>
          </a:r>
        </a:p>
      </dsp:txBody>
      <dsp:txXfrm>
        <a:off x="3627505" y="1713741"/>
        <a:ext cx="1620105" cy="687317"/>
      </dsp:txXfrm>
    </dsp:sp>
    <dsp:sp modelId="{CB9B6D37-4E89-4B0E-9F03-059841C07BA7}">
      <dsp:nvSpPr>
        <dsp:cNvPr id="0" name=""/>
        <dsp:cNvSpPr/>
      </dsp:nvSpPr>
      <dsp:spPr>
        <a:xfrm>
          <a:off x="55909" y="3100574"/>
          <a:ext cx="687317" cy="6873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2213D2-829D-4E6D-8B0E-34DB0A5AD866}">
      <dsp:nvSpPr>
        <dsp:cNvPr id="0" name=""/>
        <dsp:cNvSpPr/>
      </dsp:nvSpPr>
      <dsp:spPr>
        <a:xfrm>
          <a:off x="200246" y="3244911"/>
          <a:ext cx="398644" cy="398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045875-FCE0-48AE-A94A-720D9A8C75CB}">
      <dsp:nvSpPr>
        <dsp:cNvPr id="0" name=""/>
        <dsp:cNvSpPr/>
      </dsp:nvSpPr>
      <dsp:spPr>
        <a:xfrm>
          <a:off x="890509" y="3100574"/>
          <a:ext cx="1620105" cy="6873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 Less risk</a:t>
          </a:r>
        </a:p>
      </dsp:txBody>
      <dsp:txXfrm>
        <a:off x="890509" y="3100574"/>
        <a:ext cx="1620105" cy="687317"/>
      </dsp:txXfrm>
    </dsp:sp>
    <dsp:sp modelId="{E3CEA46E-79B7-4559-B2CC-3B2FC2B469F8}">
      <dsp:nvSpPr>
        <dsp:cNvPr id="0" name=""/>
        <dsp:cNvSpPr/>
      </dsp:nvSpPr>
      <dsp:spPr>
        <a:xfrm>
          <a:off x="2792905" y="3100574"/>
          <a:ext cx="687317" cy="6873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B420B8-0D76-4E37-978B-2D4E1DCF5017}">
      <dsp:nvSpPr>
        <dsp:cNvPr id="0" name=""/>
        <dsp:cNvSpPr/>
      </dsp:nvSpPr>
      <dsp:spPr>
        <a:xfrm>
          <a:off x="2937242" y="3244911"/>
          <a:ext cx="398644" cy="398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5D6875-4CA5-4050-AF7B-0E07D60F4E29}">
      <dsp:nvSpPr>
        <dsp:cNvPr id="0" name=""/>
        <dsp:cNvSpPr/>
      </dsp:nvSpPr>
      <dsp:spPr>
        <a:xfrm>
          <a:off x="3627505" y="3100574"/>
          <a:ext cx="1620105" cy="6873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 Improved outcomes</a:t>
          </a:r>
        </a:p>
      </dsp:txBody>
      <dsp:txXfrm>
        <a:off x="3627505" y="3100574"/>
        <a:ext cx="1620105" cy="6873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969180-9EA3-41C5-9905-5AC9C6E0F78D}">
      <dsp:nvSpPr>
        <dsp:cNvPr id="0" name=""/>
        <dsp:cNvSpPr/>
      </dsp:nvSpPr>
      <dsp:spPr>
        <a:xfrm>
          <a:off x="2155359" y="279851"/>
          <a:ext cx="776777" cy="7767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BEC86B-51D0-472B-8021-FC403693DF75}">
      <dsp:nvSpPr>
        <dsp:cNvPr id="0" name=""/>
        <dsp:cNvSpPr/>
      </dsp:nvSpPr>
      <dsp:spPr>
        <a:xfrm>
          <a:off x="1680662" y="1315679"/>
          <a:ext cx="1726171" cy="690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t>The best salespeople don't have the best pitches.</a:t>
          </a:r>
        </a:p>
      </dsp:txBody>
      <dsp:txXfrm>
        <a:off x="1680662" y="1315679"/>
        <a:ext cx="1726171" cy="690468"/>
      </dsp:txXfrm>
    </dsp:sp>
    <dsp:sp modelId="{2C490654-6D7F-4170-BE46-536CC39DC4DE}">
      <dsp:nvSpPr>
        <dsp:cNvPr id="0" name=""/>
        <dsp:cNvSpPr/>
      </dsp:nvSpPr>
      <dsp:spPr>
        <a:xfrm>
          <a:off x="4183611" y="279851"/>
          <a:ext cx="776777" cy="7767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4B2979-E952-4213-8804-0D7C9F2B08F4}">
      <dsp:nvSpPr>
        <dsp:cNvPr id="0" name=""/>
        <dsp:cNvSpPr/>
      </dsp:nvSpPr>
      <dsp:spPr>
        <a:xfrm>
          <a:off x="3708914" y="1315679"/>
          <a:ext cx="1726171" cy="690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t>They ask the best questions.</a:t>
          </a:r>
        </a:p>
      </dsp:txBody>
      <dsp:txXfrm>
        <a:off x="3708914" y="1315679"/>
        <a:ext cx="1726171" cy="690468"/>
      </dsp:txXfrm>
    </dsp:sp>
    <dsp:sp modelId="{5525488B-7A54-4F63-9602-67EC8D2AF563}">
      <dsp:nvSpPr>
        <dsp:cNvPr id="0" name=""/>
        <dsp:cNvSpPr/>
      </dsp:nvSpPr>
      <dsp:spPr>
        <a:xfrm>
          <a:off x="6211863" y="279851"/>
          <a:ext cx="776777" cy="7767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BFC145-F528-4C7F-AF77-CAFEBDD445E4}">
      <dsp:nvSpPr>
        <dsp:cNvPr id="0" name=""/>
        <dsp:cNvSpPr/>
      </dsp:nvSpPr>
      <dsp:spPr>
        <a:xfrm>
          <a:off x="5737166" y="1315679"/>
          <a:ext cx="1726171" cy="690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t>Curiosity → Understanding → Trust → Value</a:t>
          </a:r>
        </a:p>
      </dsp:txBody>
      <dsp:txXfrm>
        <a:off x="5737166" y="1315679"/>
        <a:ext cx="1726171" cy="69046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A2BA5D-0911-40A5-B843-82B503BDAB74}">
      <dsp:nvSpPr>
        <dsp:cNvPr id="0" name=""/>
        <dsp:cNvSpPr/>
      </dsp:nvSpPr>
      <dsp:spPr>
        <a:xfrm>
          <a:off x="0" y="78524"/>
          <a:ext cx="5303520" cy="59962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Your reputation compounds over time.</a:t>
          </a:r>
        </a:p>
      </dsp:txBody>
      <dsp:txXfrm>
        <a:off x="29271" y="107795"/>
        <a:ext cx="5244978" cy="541083"/>
      </dsp:txXfrm>
    </dsp:sp>
    <dsp:sp modelId="{888D9D2F-E894-44EF-B370-FFB7B34A98A8}">
      <dsp:nvSpPr>
        <dsp:cNvPr id="0" name=""/>
        <dsp:cNvSpPr/>
      </dsp:nvSpPr>
      <dsp:spPr>
        <a:xfrm>
          <a:off x="0" y="750149"/>
          <a:ext cx="5303520" cy="59962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Trust is built by:</a:t>
          </a:r>
        </a:p>
      </dsp:txBody>
      <dsp:txXfrm>
        <a:off x="29271" y="779420"/>
        <a:ext cx="5244978" cy="541083"/>
      </dsp:txXfrm>
    </dsp:sp>
    <dsp:sp modelId="{6DE3A77D-6E48-4E9D-819A-399F8473F627}">
      <dsp:nvSpPr>
        <dsp:cNvPr id="0" name=""/>
        <dsp:cNvSpPr/>
      </dsp:nvSpPr>
      <dsp:spPr>
        <a:xfrm>
          <a:off x="0" y="1421775"/>
          <a:ext cx="5303520" cy="59962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Listening</a:t>
          </a:r>
        </a:p>
      </dsp:txBody>
      <dsp:txXfrm>
        <a:off x="29271" y="1451046"/>
        <a:ext cx="5244978" cy="541083"/>
      </dsp:txXfrm>
    </dsp:sp>
    <dsp:sp modelId="{509172B8-41D2-48DD-816D-5C0CF834F319}">
      <dsp:nvSpPr>
        <dsp:cNvPr id="0" name=""/>
        <dsp:cNvSpPr/>
      </dsp:nvSpPr>
      <dsp:spPr>
        <a:xfrm>
          <a:off x="0" y="2093400"/>
          <a:ext cx="5303520" cy="59962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Following through</a:t>
          </a:r>
        </a:p>
      </dsp:txBody>
      <dsp:txXfrm>
        <a:off x="29271" y="2122671"/>
        <a:ext cx="5244978" cy="541083"/>
      </dsp:txXfrm>
    </dsp:sp>
    <dsp:sp modelId="{56CCBC12-1411-43DF-8625-6EF68B33468F}">
      <dsp:nvSpPr>
        <dsp:cNvPr id="0" name=""/>
        <dsp:cNvSpPr/>
      </dsp:nvSpPr>
      <dsp:spPr>
        <a:xfrm>
          <a:off x="0" y="2765025"/>
          <a:ext cx="5303520" cy="59962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Being honest</a:t>
          </a:r>
        </a:p>
      </dsp:txBody>
      <dsp:txXfrm>
        <a:off x="29271" y="2794296"/>
        <a:ext cx="5244978" cy="541083"/>
      </dsp:txXfrm>
    </dsp:sp>
    <dsp:sp modelId="{D4044426-B2D9-403A-81B2-1B3119B873E2}">
      <dsp:nvSpPr>
        <dsp:cNvPr id="0" name=""/>
        <dsp:cNvSpPr/>
      </dsp:nvSpPr>
      <dsp:spPr>
        <a:xfrm>
          <a:off x="0" y="3436650"/>
          <a:ext cx="5303520" cy="59962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Putting customers first</a:t>
          </a:r>
        </a:p>
      </dsp:txBody>
      <dsp:txXfrm>
        <a:off x="29271" y="3465921"/>
        <a:ext cx="5244978" cy="5410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F131E7-515A-45DD-B9C8-8D52063A53F1}">
      <dsp:nvSpPr>
        <dsp:cNvPr id="0" name=""/>
        <dsp:cNvSpPr/>
      </dsp:nvSpPr>
      <dsp:spPr>
        <a:xfrm>
          <a:off x="834533" y="422398"/>
          <a:ext cx="580605" cy="580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BA223B-C759-41AA-B279-C053B394742F}">
      <dsp:nvSpPr>
        <dsp:cNvPr id="0" name=""/>
        <dsp:cNvSpPr/>
      </dsp:nvSpPr>
      <dsp:spPr>
        <a:xfrm>
          <a:off x="479719" y="1232146"/>
          <a:ext cx="1290234" cy="51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Challenge:</a:t>
          </a:r>
        </a:p>
      </dsp:txBody>
      <dsp:txXfrm>
        <a:off x="479719" y="1232146"/>
        <a:ext cx="1290234" cy="516093"/>
      </dsp:txXfrm>
    </dsp:sp>
    <dsp:sp modelId="{FCC53EB2-02EC-440A-BC06-9EB5BD2EF6E8}">
      <dsp:nvSpPr>
        <dsp:cNvPr id="0" name=""/>
        <dsp:cNvSpPr/>
      </dsp:nvSpPr>
      <dsp:spPr>
        <a:xfrm>
          <a:off x="2350559" y="422398"/>
          <a:ext cx="580605" cy="580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B56D70-6BD6-4C6E-90FC-F9191C7DF120}">
      <dsp:nvSpPr>
        <dsp:cNvPr id="0" name=""/>
        <dsp:cNvSpPr/>
      </dsp:nvSpPr>
      <dsp:spPr>
        <a:xfrm>
          <a:off x="1995744" y="1232146"/>
          <a:ext cx="1290234" cy="51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In teams, imagine Evisions launches a new AI advising solution.</a:t>
          </a:r>
        </a:p>
      </dsp:txBody>
      <dsp:txXfrm>
        <a:off x="1995744" y="1232146"/>
        <a:ext cx="1290234" cy="516093"/>
      </dsp:txXfrm>
    </dsp:sp>
    <dsp:sp modelId="{E229604D-A529-45B8-97E7-5AC41502C4DF}">
      <dsp:nvSpPr>
        <dsp:cNvPr id="0" name=""/>
        <dsp:cNvSpPr/>
      </dsp:nvSpPr>
      <dsp:spPr>
        <a:xfrm>
          <a:off x="3866584" y="422398"/>
          <a:ext cx="580605" cy="580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6BC339-FACD-45C9-B6CB-90A79031A6A4}">
      <dsp:nvSpPr>
        <dsp:cNvPr id="0" name=""/>
        <dsp:cNvSpPr/>
      </dsp:nvSpPr>
      <dsp:spPr>
        <a:xfrm>
          <a:off x="3511770" y="1232146"/>
          <a:ext cx="1290234" cy="51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Define:</a:t>
          </a:r>
        </a:p>
      </dsp:txBody>
      <dsp:txXfrm>
        <a:off x="3511770" y="1232146"/>
        <a:ext cx="1290234" cy="516093"/>
      </dsp:txXfrm>
    </dsp:sp>
    <dsp:sp modelId="{E45C8CA2-9F8A-45C0-9FC3-3C7628B40B32}">
      <dsp:nvSpPr>
        <dsp:cNvPr id="0" name=""/>
        <dsp:cNvSpPr/>
      </dsp:nvSpPr>
      <dsp:spPr>
        <a:xfrm>
          <a:off x="5382609" y="422398"/>
          <a:ext cx="580605" cy="580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5B978F-7F4D-4908-A548-76973035F1E3}">
      <dsp:nvSpPr>
        <dsp:cNvPr id="0" name=""/>
        <dsp:cNvSpPr/>
      </dsp:nvSpPr>
      <dsp:spPr>
        <a:xfrm>
          <a:off x="5027795" y="1232146"/>
          <a:ext cx="1290234" cy="51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 Your customer</a:t>
          </a:r>
        </a:p>
      </dsp:txBody>
      <dsp:txXfrm>
        <a:off x="5027795" y="1232146"/>
        <a:ext cx="1290234" cy="516093"/>
      </dsp:txXfrm>
    </dsp:sp>
    <dsp:sp modelId="{6660D08E-A422-44F9-ACFF-D39C51779F00}">
      <dsp:nvSpPr>
        <dsp:cNvPr id="0" name=""/>
        <dsp:cNvSpPr/>
      </dsp:nvSpPr>
      <dsp:spPr>
        <a:xfrm>
          <a:off x="6898635" y="422398"/>
          <a:ext cx="580605" cy="580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7C485E-DFA4-4761-8CD0-CAC65B44B9AB}">
      <dsp:nvSpPr>
        <dsp:cNvPr id="0" name=""/>
        <dsp:cNvSpPr/>
      </dsp:nvSpPr>
      <dsp:spPr>
        <a:xfrm>
          <a:off x="6543820" y="1232146"/>
          <a:ext cx="1290234" cy="51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 Their biggest problem</a:t>
          </a:r>
        </a:p>
      </dsp:txBody>
      <dsp:txXfrm>
        <a:off x="6543820" y="1232146"/>
        <a:ext cx="1290234" cy="516093"/>
      </dsp:txXfrm>
    </dsp:sp>
    <dsp:sp modelId="{05241CD3-D0D8-40B0-9899-32CB66CEFEDF}">
      <dsp:nvSpPr>
        <dsp:cNvPr id="0" name=""/>
        <dsp:cNvSpPr/>
      </dsp:nvSpPr>
      <dsp:spPr>
        <a:xfrm>
          <a:off x="8414660" y="422398"/>
          <a:ext cx="580605" cy="580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DE56FE-932C-4D0E-8652-76B793E39973}">
      <dsp:nvSpPr>
        <dsp:cNvPr id="0" name=""/>
        <dsp:cNvSpPr/>
      </dsp:nvSpPr>
      <dsp:spPr>
        <a:xfrm>
          <a:off x="8059846" y="1232146"/>
          <a:ext cx="1290234" cy="51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 The value proposition</a:t>
          </a:r>
        </a:p>
      </dsp:txBody>
      <dsp:txXfrm>
        <a:off x="8059846" y="1232146"/>
        <a:ext cx="1290234" cy="516093"/>
      </dsp:txXfrm>
    </dsp:sp>
    <dsp:sp modelId="{C2421163-BE2E-4617-A684-C2DD101E7712}">
      <dsp:nvSpPr>
        <dsp:cNvPr id="0" name=""/>
        <dsp:cNvSpPr/>
      </dsp:nvSpPr>
      <dsp:spPr>
        <a:xfrm>
          <a:off x="4624597" y="2070798"/>
          <a:ext cx="580605" cy="580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465AA4-C015-4AE4-A008-1EDF45A4F742}">
      <dsp:nvSpPr>
        <dsp:cNvPr id="0" name=""/>
        <dsp:cNvSpPr/>
      </dsp:nvSpPr>
      <dsp:spPr>
        <a:xfrm>
          <a:off x="4269782" y="2880546"/>
          <a:ext cx="1290234" cy="51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 Deliver a 60-second pitch</a:t>
          </a:r>
        </a:p>
      </dsp:txBody>
      <dsp:txXfrm>
        <a:off x="4269782" y="2880546"/>
        <a:ext cx="1290234" cy="51609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pic>
        <p:nvPicPr>
          <p:cNvPr id="2" name="Picture 1" descr="6f7d8031-cc56-47c1-8d96-e4a28e6543ce.png"/>
          <p:cNvPicPr>
            <a:picLocks noChangeAspect="1"/>
          </p:cNvPicPr>
          <p:nvPr/>
        </p:nvPicPr>
        <p:blipFill>
          <a:blip r:embed="rId2"/>
          <a:stretch>
            <a:fillRect/>
          </a:stretch>
        </p:blipFill>
        <p:spPr>
          <a:xfrm>
            <a:off x="411480" y="320040"/>
            <a:ext cx="385857" cy="384048"/>
          </a:xfrm>
          <a:prstGeom prst="rect">
            <a:avLst/>
          </a:prstGeom>
        </p:spPr>
      </p:pic>
      <p:sp>
        <p:nvSpPr>
          <p:cNvPr id="3" name="Rectangle 2"/>
          <p:cNvSpPr/>
          <p:nvPr/>
        </p:nvSpPr>
        <p:spPr>
          <a:xfrm>
            <a:off x="0" y="0"/>
            <a:ext cx="12191695" cy="70000"/>
          </a:xfrm>
          <a:prstGeom prst="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223760" y="0"/>
            <a:ext cx="4965192" cy="6858000"/>
          </a:xfrm>
          <a:prstGeom prst="rect">
            <a:avLst/>
          </a:prstGeom>
          <a:solidFill>
            <a:srgbClr val="19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97280"/>
            <a:ext cx="5760720" cy="2743200"/>
          </a:xfrm>
          <a:prstGeom prst="rect">
            <a:avLst/>
          </a:prstGeom>
          <a:noFill/>
        </p:spPr>
        <p:txBody>
          <a:bodyPr wrap="none">
            <a:spAutoFit/>
          </a:bodyPr>
          <a:lstStyle/>
          <a:p>
            <a:pPr>
              <a:defRPr sz="3400" b="1">
                <a:solidFill>
                  <a:srgbClr val="192B4A"/>
                </a:solidFill>
              </a:defRPr>
            </a:pPr>
            <a:r>
              <a:t>Selling Value</a:t>
            </a:r>
          </a:p>
          <a:p>
            <a:pPr>
              <a:defRPr sz="2200">
                <a:solidFill>
                  <a:srgbClr val="6C757D"/>
                </a:solidFill>
              </a:defRPr>
            </a:pPr>
            <a:r>
              <a:t>How Sales &amp; Revenue Create Impact</a:t>
            </a:r>
          </a:p>
          <a:p>
            <a:br/>
            <a:r>
              <a:t>Brian Stevens</a:t>
            </a:r>
            <a:br/>
            <a:r>
              <a:t>Chief Revenue Officer</a:t>
            </a:r>
          </a:p>
        </p:txBody>
      </p:sp>
      <p:sp>
        <p:nvSpPr>
          <p:cNvPr id="6" name="TextBox 5"/>
          <p:cNvSpPr txBox="1"/>
          <p:nvPr/>
        </p:nvSpPr>
        <p:spPr>
          <a:xfrm>
            <a:off x="822960" y="3108960"/>
            <a:ext cx="6693408" cy="2308324"/>
          </a:xfrm>
          <a:prstGeom prst="rect">
            <a:avLst/>
          </a:prstGeom>
          <a:noFill/>
        </p:spPr>
        <p:txBody>
          <a:bodyPr wrap="square">
            <a:spAutoFit/>
          </a:bodyPr>
          <a:lstStyle/>
          <a:p>
            <a:pPr>
              <a:defRPr sz="1800">
                <a:solidFill>
                  <a:srgbClr val="282828"/>
                </a:solidFill>
              </a:defRPr>
            </a:pPr>
            <a:r>
              <a:rPr dirty="0"/>
              <a:t>Revenue isn't just a department—it is the outcome of solving meaningful problems for customers.</a:t>
            </a:r>
          </a:p>
          <a:p>
            <a:pPr>
              <a:defRPr sz="1800">
                <a:solidFill>
                  <a:srgbClr val="282828"/>
                </a:solidFill>
              </a:defRPr>
            </a:pPr>
            <a:endParaRPr dirty="0"/>
          </a:p>
          <a:p>
            <a:pPr>
              <a:defRPr sz="1800">
                <a:solidFill>
                  <a:srgbClr val="282828"/>
                </a:solidFill>
              </a:defRPr>
            </a:pPr>
            <a:r>
              <a:rPr dirty="0"/>
              <a:t>Today's objective:</a:t>
            </a:r>
            <a:br>
              <a:rPr lang="en-US" dirty="0"/>
            </a:br>
            <a:endParaRPr dirty="0"/>
          </a:p>
          <a:p>
            <a:pPr>
              <a:defRPr sz="1800">
                <a:solidFill>
                  <a:srgbClr val="282828"/>
                </a:solidFill>
              </a:defRPr>
            </a:pPr>
            <a:r>
              <a:rPr dirty="0"/>
              <a:t>• Learn how businesses create revenue</a:t>
            </a:r>
          </a:p>
          <a:p>
            <a:pPr>
              <a:defRPr sz="1800">
                <a:solidFill>
                  <a:srgbClr val="282828"/>
                </a:solidFill>
              </a:defRPr>
            </a:pPr>
            <a:r>
              <a:rPr dirty="0"/>
              <a:t>• Explore transferable career skills</a:t>
            </a:r>
          </a:p>
          <a:p>
            <a:pPr>
              <a:defRPr sz="1800">
                <a:solidFill>
                  <a:srgbClr val="282828"/>
                </a:solidFill>
              </a:defRPr>
            </a:pPr>
            <a:r>
              <a:rPr dirty="0"/>
              <a:t>• Apply the concepts in a team activity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pic>
        <p:nvPicPr>
          <p:cNvPr id="2" name="Picture 1" descr="6f7d8031-cc56-47c1-8d96-e4a28e6543ce.png"/>
          <p:cNvPicPr>
            <a:picLocks noChangeAspect="1"/>
          </p:cNvPicPr>
          <p:nvPr/>
        </p:nvPicPr>
        <p:blipFill>
          <a:blip r:embed="rId2"/>
          <a:stretch>
            <a:fillRect/>
          </a:stretch>
        </p:blipFill>
        <p:spPr>
          <a:xfrm>
            <a:off x="411480" y="320040"/>
            <a:ext cx="385857" cy="384048"/>
          </a:xfrm>
          <a:prstGeom prst="rect">
            <a:avLst/>
          </a:prstGeom>
        </p:spPr>
      </p:pic>
      <p:sp>
        <p:nvSpPr>
          <p:cNvPr id="3" name="Rectangle 2"/>
          <p:cNvSpPr/>
          <p:nvPr/>
        </p:nvSpPr>
        <p:spPr>
          <a:xfrm>
            <a:off x="0" y="0"/>
            <a:ext cx="12191695" cy="70000"/>
          </a:xfrm>
          <a:prstGeom prst="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731520"/>
            <a:ext cx="3657600" cy="457200"/>
          </a:xfrm>
          <a:prstGeom prst="rect">
            <a:avLst/>
          </a:prstGeom>
          <a:noFill/>
        </p:spPr>
        <p:txBody>
          <a:bodyPr wrap="none">
            <a:spAutoFit/>
          </a:bodyPr>
          <a:lstStyle/>
          <a:p>
            <a:pPr>
              <a:defRPr sz="3000" b="1">
                <a:solidFill>
                  <a:srgbClr val="192B4A"/>
                </a:solidFill>
              </a:defRPr>
            </a:pPr>
            <a:r>
              <a:t>Agenda</a:t>
            </a:r>
          </a:p>
        </p:txBody>
      </p:sp>
      <p:sp>
        <p:nvSpPr>
          <p:cNvPr id="5" name="Rounded Rectangle 4"/>
          <p:cNvSpPr/>
          <p:nvPr/>
        </p:nvSpPr>
        <p:spPr>
          <a:xfrm>
            <a:off x="822960" y="1463040"/>
            <a:ext cx="5029200" cy="50292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a:pPr>
            <a:r>
              <a:t>Introduction</a:t>
            </a:r>
          </a:p>
        </p:txBody>
      </p:sp>
      <p:sp>
        <p:nvSpPr>
          <p:cNvPr id="6" name="Rounded Rectangle 5"/>
          <p:cNvSpPr/>
          <p:nvPr/>
        </p:nvSpPr>
        <p:spPr>
          <a:xfrm>
            <a:off x="822960" y="2194560"/>
            <a:ext cx="5029200" cy="50292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a:pPr>
            <a:r>
              <a:t>Core Lessons</a:t>
            </a:r>
          </a:p>
        </p:txBody>
      </p:sp>
      <p:sp>
        <p:nvSpPr>
          <p:cNvPr id="7" name="Rounded Rectangle 6"/>
          <p:cNvSpPr/>
          <p:nvPr/>
        </p:nvSpPr>
        <p:spPr>
          <a:xfrm>
            <a:off x="822960" y="2926080"/>
            <a:ext cx="5029200" cy="50292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a:pPr>
            <a:r>
              <a:t>Activity</a:t>
            </a:r>
          </a:p>
        </p:txBody>
      </p:sp>
      <p:sp>
        <p:nvSpPr>
          <p:cNvPr id="8" name="Rounded Rectangle 7"/>
          <p:cNvSpPr/>
          <p:nvPr/>
        </p:nvSpPr>
        <p:spPr>
          <a:xfrm>
            <a:off x="822960" y="3657600"/>
            <a:ext cx="5029200" cy="50292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a:pPr>
            <a:r>
              <a:t>Reflection &amp; Q&amp;A</a:t>
            </a:r>
          </a:p>
        </p:txBody>
      </p:sp>
      <p:sp>
        <p:nvSpPr>
          <p:cNvPr id="9" name="Rounded Rectangle 8"/>
          <p:cNvSpPr/>
          <p:nvPr/>
        </p:nvSpPr>
        <p:spPr>
          <a:xfrm>
            <a:off x="6858000" y="1005840"/>
            <a:ext cx="4389120" cy="4389120"/>
          </a:xfrm>
          <a:prstGeom prst="round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TextBox 9">
            <a:extLst>
              <a:ext uri="{FF2B5EF4-FFF2-40B4-BE49-F238E27FC236}">
                <a16:creationId xmlns:a16="http://schemas.microsoft.com/office/drawing/2014/main" id="{BE4BA96E-D5DE-3952-6A45-8ADBEDCB9CC5}"/>
              </a:ext>
            </a:extLst>
          </p:cNvPr>
          <p:cNvGraphicFramePr/>
          <p:nvPr/>
        </p:nvGraphicFramePr>
        <p:xfrm>
          <a:off x="822960" y="1371600"/>
          <a:ext cx="530352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a:extLst>
            <a:ext uri="{FF2B5EF4-FFF2-40B4-BE49-F238E27FC236}">
              <a16:creationId xmlns:a16="http://schemas.microsoft.com/office/drawing/2014/main" id="{3C2CEA53-365D-A0E7-C3B4-20899F0D4394}"/>
            </a:ext>
          </a:extLst>
        </p:cNvPr>
        <p:cNvGrpSpPr/>
        <p:nvPr/>
      </p:nvGrpSpPr>
      <p:grpSpPr>
        <a:xfrm>
          <a:off x="0" y="0"/>
          <a:ext cx="0" cy="0"/>
          <a:chOff x="0" y="0"/>
          <a:chExt cx="0" cy="0"/>
        </a:xfrm>
      </p:grpSpPr>
      <p:pic>
        <p:nvPicPr>
          <p:cNvPr id="2" name="Picture 1" descr="6f7d8031-cc56-47c1-8d96-e4a28e6543ce.png">
            <a:extLst>
              <a:ext uri="{FF2B5EF4-FFF2-40B4-BE49-F238E27FC236}">
                <a16:creationId xmlns:a16="http://schemas.microsoft.com/office/drawing/2014/main" id="{735C3C30-57FB-A27F-747A-836D3BDC1498}"/>
              </a:ext>
            </a:extLst>
          </p:cNvPr>
          <p:cNvPicPr>
            <a:picLocks noChangeAspect="1"/>
          </p:cNvPicPr>
          <p:nvPr/>
        </p:nvPicPr>
        <p:blipFill>
          <a:blip r:embed="rId2"/>
          <a:stretch>
            <a:fillRect/>
          </a:stretch>
        </p:blipFill>
        <p:spPr>
          <a:xfrm>
            <a:off x="411480" y="320040"/>
            <a:ext cx="385857" cy="384048"/>
          </a:xfrm>
          <a:prstGeom prst="rect">
            <a:avLst/>
          </a:prstGeom>
        </p:spPr>
      </p:pic>
      <p:sp>
        <p:nvSpPr>
          <p:cNvPr id="3" name="Rectangle 2">
            <a:extLst>
              <a:ext uri="{FF2B5EF4-FFF2-40B4-BE49-F238E27FC236}">
                <a16:creationId xmlns:a16="http://schemas.microsoft.com/office/drawing/2014/main" id="{FEFF9899-5A43-221D-6129-D1393E17CD05}"/>
              </a:ext>
            </a:extLst>
          </p:cNvPr>
          <p:cNvSpPr/>
          <p:nvPr/>
        </p:nvSpPr>
        <p:spPr>
          <a:xfrm>
            <a:off x="0" y="0"/>
            <a:ext cx="12191695" cy="70000"/>
          </a:xfrm>
          <a:prstGeom prst="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0DAF27D-37C5-D163-6CAB-7B86690F2308}"/>
              </a:ext>
            </a:extLst>
          </p:cNvPr>
          <p:cNvSpPr txBox="1"/>
          <p:nvPr/>
        </p:nvSpPr>
        <p:spPr>
          <a:xfrm>
            <a:off x="731520" y="731520"/>
            <a:ext cx="1874231" cy="553998"/>
          </a:xfrm>
          <a:prstGeom prst="rect">
            <a:avLst/>
          </a:prstGeom>
          <a:noFill/>
        </p:spPr>
        <p:txBody>
          <a:bodyPr wrap="none">
            <a:spAutoFit/>
          </a:bodyPr>
          <a:lstStyle/>
          <a:p>
            <a:pPr>
              <a:defRPr sz="3000" b="1">
                <a:solidFill>
                  <a:srgbClr val="192B4A"/>
                </a:solidFill>
              </a:defRPr>
            </a:pPr>
            <a:r>
              <a:rPr lang="en-US" dirty="0"/>
              <a:t>About Me </a:t>
            </a:r>
            <a:endParaRPr dirty="0"/>
          </a:p>
        </p:txBody>
      </p:sp>
      <p:sp>
        <p:nvSpPr>
          <p:cNvPr id="5" name="Rounded Rectangle 4">
            <a:extLst>
              <a:ext uri="{FF2B5EF4-FFF2-40B4-BE49-F238E27FC236}">
                <a16:creationId xmlns:a16="http://schemas.microsoft.com/office/drawing/2014/main" id="{36653917-F2DC-310F-361F-87EFAF9E01BB}"/>
              </a:ext>
            </a:extLst>
          </p:cNvPr>
          <p:cNvSpPr/>
          <p:nvPr/>
        </p:nvSpPr>
        <p:spPr>
          <a:xfrm>
            <a:off x="822960" y="1463040"/>
            <a:ext cx="5029200" cy="50292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a:pPr>
            <a:r>
              <a:t>Introduction</a:t>
            </a:r>
          </a:p>
        </p:txBody>
      </p:sp>
      <p:sp>
        <p:nvSpPr>
          <p:cNvPr id="6" name="Rounded Rectangle 5">
            <a:extLst>
              <a:ext uri="{FF2B5EF4-FFF2-40B4-BE49-F238E27FC236}">
                <a16:creationId xmlns:a16="http://schemas.microsoft.com/office/drawing/2014/main" id="{D67B66BC-880B-27C2-0C7D-F7A6E79EC5BC}"/>
              </a:ext>
            </a:extLst>
          </p:cNvPr>
          <p:cNvSpPr/>
          <p:nvPr/>
        </p:nvSpPr>
        <p:spPr>
          <a:xfrm>
            <a:off x="822960" y="2194560"/>
            <a:ext cx="5029200" cy="50292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a:pPr>
            <a:r>
              <a:t>Core Lessons</a:t>
            </a:r>
          </a:p>
        </p:txBody>
      </p:sp>
      <p:sp>
        <p:nvSpPr>
          <p:cNvPr id="7" name="Rounded Rectangle 6">
            <a:extLst>
              <a:ext uri="{FF2B5EF4-FFF2-40B4-BE49-F238E27FC236}">
                <a16:creationId xmlns:a16="http://schemas.microsoft.com/office/drawing/2014/main" id="{5D5B149A-3FDC-2754-2172-DA68F95134B5}"/>
              </a:ext>
            </a:extLst>
          </p:cNvPr>
          <p:cNvSpPr/>
          <p:nvPr/>
        </p:nvSpPr>
        <p:spPr>
          <a:xfrm>
            <a:off x="822960" y="2926080"/>
            <a:ext cx="5029200" cy="50292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a:pPr>
            <a:r>
              <a:t>Activity</a:t>
            </a:r>
          </a:p>
        </p:txBody>
      </p:sp>
      <p:sp>
        <p:nvSpPr>
          <p:cNvPr id="8" name="Rounded Rectangle 7">
            <a:extLst>
              <a:ext uri="{FF2B5EF4-FFF2-40B4-BE49-F238E27FC236}">
                <a16:creationId xmlns:a16="http://schemas.microsoft.com/office/drawing/2014/main" id="{11DD5648-665A-6082-18AB-CE2934BDC8B5}"/>
              </a:ext>
            </a:extLst>
          </p:cNvPr>
          <p:cNvSpPr/>
          <p:nvPr/>
        </p:nvSpPr>
        <p:spPr>
          <a:xfrm>
            <a:off x="822960" y="3657600"/>
            <a:ext cx="5029200" cy="50292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a:pPr>
            <a:r>
              <a:t>Reflection &amp; Q&amp;A</a:t>
            </a:r>
          </a:p>
        </p:txBody>
      </p:sp>
      <p:graphicFrame>
        <p:nvGraphicFramePr>
          <p:cNvPr id="12" name="TextBox 9">
            <a:extLst>
              <a:ext uri="{FF2B5EF4-FFF2-40B4-BE49-F238E27FC236}">
                <a16:creationId xmlns:a16="http://schemas.microsoft.com/office/drawing/2014/main" id="{19933662-E611-3703-1556-72EC1FA8DF68}"/>
              </a:ext>
            </a:extLst>
          </p:cNvPr>
          <p:cNvGraphicFramePr/>
          <p:nvPr>
            <p:extLst>
              <p:ext uri="{D42A27DB-BD31-4B8C-83A1-F6EECF244321}">
                <p14:modId xmlns:p14="http://schemas.microsoft.com/office/powerpoint/2010/main" val="3288874480"/>
              </p:ext>
            </p:extLst>
          </p:nvPr>
        </p:nvGraphicFramePr>
        <p:xfrm>
          <a:off x="822960" y="1371600"/>
          <a:ext cx="530352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B80FAC98-BAB2-A8E4-DB2D-24D7F6B8A7B4}"/>
              </a:ext>
            </a:extLst>
          </p:cNvPr>
          <p:cNvPicPr>
            <a:picLocks noChangeAspect="1"/>
          </p:cNvPicPr>
          <p:nvPr/>
        </p:nvPicPr>
        <p:blipFill>
          <a:blip r:embed="rId8"/>
          <a:stretch>
            <a:fillRect/>
          </a:stretch>
        </p:blipFill>
        <p:spPr>
          <a:xfrm>
            <a:off x="7875304" y="245000"/>
            <a:ext cx="2939000" cy="2939000"/>
          </a:xfrm>
          <a:prstGeom prst="rect">
            <a:avLst/>
          </a:prstGeom>
        </p:spPr>
      </p:pic>
      <p:pic>
        <p:nvPicPr>
          <p:cNvPr id="14" name="Picture 13">
            <a:extLst>
              <a:ext uri="{FF2B5EF4-FFF2-40B4-BE49-F238E27FC236}">
                <a16:creationId xmlns:a16="http://schemas.microsoft.com/office/drawing/2014/main" id="{FD518055-F0FE-4DB1-7A62-4701D396347B}"/>
              </a:ext>
            </a:extLst>
          </p:cNvPr>
          <p:cNvPicPr>
            <a:picLocks noChangeAspect="1"/>
          </p:cNvPicPr>
          <p:nvPr/>
        </p:nvPicPr>
        <p:blipFill>
          <a:blip r:embed="rId9"/>
          <a:stretch>
            <a:fillRect/>
          </a:stretch>
        </p:blipFill>
        <p:spPr>
          <a:xfrm>
            <a:off x="7875304" y="3466996"/>
            <a:ext cx="2939000" cy="3045596"/>
          </a:xfrm>
          <a:prstGeom prst="rect">
            <a:avLst/>
          </a:prstGeom>
        </p:spPr>
      </p:pic>
    </p:spTree>
    <p:extLst>
      <p:ext uri="{BB962C8B-B14F-4D97-AF65-F5344CB8AC3E}">
        <p14:creationId xmlns:p14="http://schemas.microsoft.com/office/powerpoint/2010/main" val="1715487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pic>
        <p:nvPicPr>
          <p:cNvPr id="2" name="Picture 1" descr="6f7d8031-cc56-47c1-8d96-e4a28e6543ce.png"/>
          <p:cNvPicPr>
            <a:picLocks noChangeAspect="1"/>
          </p:cNvPicPr>
          <p:nvPr/>
        </p:nvPicPr>
        <p:blipFill>
          <a:blip r:embed="rId2"/>
          <a:stretch>
            <a:fillRect/>
          </a:stretch>
        </p:blipFill>
        <p:spPr>
          <a:xfrm>
            <a:off x="411480" y="320040"/>
            <a:ext cx="385857" cy="384048"/>
          </a:xfrm>
          <a:prstGeom prst="rect">
            <a:avLst/>
          </a:prstGeom>
        </p:spPr>
      </p:pic>
      <p:sp>
        <p:nvSpPr>
          <p:cNvPr id="3" name="Rectangle 2"/>
          <p:cNvSpPr/>
          <p:nvPr/>
        </p:nvSpPr>
        <p:spPr>
          <a:xfrm>
            <a:off x="0" y="0"/>
            <a:ext cx="12191695" cy="70000"/>
          </a:xfrm>
          <a:prstGeom prst="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0080"/>
            <a:ext cx="4572000" cy="457200"/>
          </a:xfrm>
          <a:prstGeom prst="rect">
            <a:avLst/>
          </a:prstGeom>
          <a:noFill/>
        </p:spPr>
        <p:txBody>
          <a:bodyPr wrap="none">
            <a:spAutoFit/>
          </a:bodyPr>
          <a:lstStyle/>
          <a:p>
            <a:pPr>
              <a:defRPr sz="3000" b="1"/>
            </a:pPr>
            <a:r>
              <a:t>My Journey</a:t>
            </a:r>
          </a:p>
        </p:txBody>
      </p:sp>
      <p:graphicFrame>
        <p:nvGraphicFramePr>
          <p:cNvPr id="17" name="TextBox 12">
            <a:extLst>
              <a:ext uri="{FF2B5EF4-FFF2-40B4-BE49-F238E27FC236}">
                <a16:creationId xmlns:a16="http://schemas.microsoft.com/office/drawing/2014/main" id="{43088B2D-45A9-9C73-ED37-A6DA16BF85BA}"/>
              </a:ext>
            </a:extLst>
          </p:cNvPr>
          <p:cNvGraphicFramePr/>
          <p:nvPr>
            <p:extLst>
              <p:ext uri="{D42A27DB-BD31-4B8C-83A1-F6EECF244321}">
                <p14:modId xmlns:p14="http://schemas.microsoft.com/office/powerpoint/2010/main" val="2991135138"/>
              </p:ext>
            </p:extLst>
          </p:nvPr>
        </p:nvGraphicFramePr>
        <p:xfrm>
          <a:off x="822960" y="813816"/>
          <a:ext cx="9564624" cy="49377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pic>
        <p:nvPicPr>
          <p:cNvPr id="2" name="Picture 1" descr="6f7d8031-cc56-47c1-8d96-e4a28e6543ce.png"/>
          <p:cNvPicPr>
            <a:picLocks noChangeAspect="1"/>
          </p:cNvPicPr>
          <p:nvPr/>
        </p:nvPicPr>
        <p:blipFill>
          <a:blip r:embed="rId2"/>
          <a:stretch>
            <a:fillRect/>
          </a:stretch>
        </p:blipFill>
        <p:spPr>
          <a:xfrm>
            <a:off x="411480" y="320040"/>
            <a:ext cx="385857" cy="384048"/>
          </a:xfrm>
          <a:prstGeom prst="rect">
            <a:avLst/>
          </a:prstGeom>
        </p:spPr>
      </p:pic>
      <p:sp>
        <p:nvSpPr>
          <p:cNvPr id="3" name="Rectangle 2"/>
          <p:cNvSpPr/>
          <p:nvPr/>
        </p:nvSpPr>
        <p:spPr>
          <a:xfrm>
            <a:off x="0" y="0"/>
            <a:ext cx="12191695" cy="70000"/>
          </a:xfrm>
          <a:prstGeom prst="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0080"/>
            <a:ext cx="4572000" cy="457200"/>
          </a:xfrm>
          <a:prstGeom prst="rect">
            <a:avLst/>
          </a:prstGeom>
          <a:noFill/>
        </p:spPr>
        <p:txBody>
          <a:bodyPr wrap="none">
            <a:spAutoFit/>
          </a:bodyPr>
          <a:lstStyle/>
          <a:p>
            <a:pPr>
              <a:defRPr sz="3000" b="1"/>
            </a:pPr>
            <a:r>
              <a:t>The Revenue Engine</a:t>
            </a:r>
          </a:p>
        </p:txBody>
      </p:sp>
      <p:graphicFrame>
        <p:nvGraphicFramePr>
          <p:cNvPr id="14" name="TextBox 11">
            <a:extLst>
              <a:ext uri="{FF2B5EF4-FFF2-40B4-BE49-F238E27FC236}">
                <a16:creationId xmlns:a16="http://schemas.microsoft.com/office/drawing/2014/main" id="{83BE1D6D-1363-3C1C-CAD4-C9919766A950}"/>
              </a:ext>
            </a:extLst>
          </p:cNvPr>
          <p:cNvGraphicFramePr/>
          <p:nvPr>
            <p:extLst>
              <p:ext uri="{D42A27DB-BD31-4B8C-83A1-F6EECF244321}">
                <p14:modId xmlns:p14="http://schemas.microsoft.com/office/powerpoint/2010/main" val="3061813081"/>
              </p:ext>
            </p:extLst>
          </p:nvPr>
        </p:nvGraphicFramePr>
        <p:xfrm>
          <a:off x="4956048" y="1737361"/>
          <a:ext cx="530352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88025546-A561-A101-5C36-231E115A29A4}"/>
              </a:ext>
            </a:extLst>
          </p:cNvPr>
          <p:cNvSpPr txBox="1"/>
          <p:nvPr/>
        </p:nvSpPr>
        <p:spPr>
          <a:xfrm>
            <a:off x="411480" y="1645920"/>
            <a:ext cx="3218688" cy="4524315"/>
          </a:xfrm>
          <a:prstGeom prst="rect">
            <a:avLst/>
          </a:prstGeom>
          <a:noFill/>
        </p:spPr>
        <p:txBody>
          <a:bodyPr wrap="square" rtlCol="0">
            <a:spAutoFit/>
          </a:bodyPr>
          <a:lstStyle/>
          <a:p>
            <a:r>
              <a:rPr lang="en-US" dirty="0"/>
              <a:t>Evisions creates revenue through: </a:t>
            </a:r>
            <a:br>
              <a:rPr lang="en-US" dirty="0"/>
            </a:br>
            <a:br>
              <a:rPr lang="en-US" dirty="0"/>
            </a:br>
            <a:r>
              <a:rPr lang="en-US" dirty="0"/>
              <a:t>New Software Bookings (Argos, </a:t>
            </a:r>
            <a:r>
              <a:rPr lang="en-US" dirty="0" err="1"/>
              <a:t>FormFusion</a:t>
            </a:r>
            <a:r>
              <a:rPr lang="en-US" dirty="0"/>
              <a:t>, </a:t>
            </a:r>
            <a:r>
              <a:rPr lang="en-US" dirty="0" err="1"/>
              <a:t>IntelleCheck</a:t>
            </a:r>
            <a:r>
              <a:rPr lang="en-US" dirty="0"/>
              <a:t>, Data Agent, Accelerators)</a:t>
            </a:r>
            <a:br>
              <a:rPr lang="en-US" dirty="0"/>
            </a:br>
            <a:br>
              <a:rPr lang="en-US" dirty="0"/>
            </a:br>
            <a:r>
              <a:rPr lang="en-US" dirty="0"/>
              <a:t>Recurring Revenue (renewing current clients at a high Retention Rate)</a:t>
            </a:r>
            <a:br>
              <a:rPr lang="en-US" dirty="0"/>
            </a:br>
            <a:br>
              <a:rPr lang="en-US" dirty="0"/>
            </a:br>
            <a:r>
              <a:rPr lang="en-US" dirty="0"/>
              <a:t>Professional Services Bookings and Delivery </a:t>
            </a:r>
            <a:br>
              <a:rPr lang="en-US" dirty="0"/>
            </a:br>
            <a:br>
              <a:rPr lang="en-US" dirty="0"/>
            </a:br>
            <a:r>
              <a:rPr lang="en-US" dirty="0"/>
              <a:t>Partnership Sales </a:t>
            </a:r>
            <a:br>
              <a:rPr lang="en-US" dirty="0"/>
            </a:b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pic>
        <p:nvPicPr>
          <p:cNvPr id="2" name="Picture 1" descr="6f7d8031-cc56-47c1-8d96-e4a28e6543ce.png"/>
          <p:cNvPicPr>
            <a:picLocks noChangeAspect="1"/>
          </p:cNvPicPr>
          <p:nvPr/>
        </p:nvPicPr>
        <p:blipFill>
          <a:blip r:embed="rId2"/>
          <a:stretch>
            <a:fillRect/>
          </a:stretch>
        </p:blipFill>
        <p:spPr>
          <a:xfrm>
            <a:off x="411480" y="320040"/>
            <a:ext cx="385857" cy="384048"/>
          </a:xfrm>
          <a:prstGeom prst="rect">
            <a:avLst/>
          </a:prstGeom>
        </p:spPr>
      </p:pic>
      <p:sp>
        <p:nvSpPr>
          <p:cNvPr id="3" name="Rectangle 2"/>
          <p:cNvSpPr/>
          <p:nvPr/>
        </p:nvSpPr>
        <p:spPr>
          <a:xfrm>
            <a:off x="0" y="0"/>
            <a:ext cx="12191695" cy="70000"/>
          </a:xfrm>
          <a:prstGeom prst="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0080"/>
            <a:ext cx="4572000" cy="457200"/>
          </a:xfrm>
          <a:prstGeom prst="rect">
            <a:avLst/>
          </a:prstGeom>
          <a:noFill/>
        </p:spPr>
        <p:txBody>
          <a:bodyPr wrap="none">
            <a:spAutoFit/>
          </a:bodyPr>
          <a:lstStyle/>
          <a:p>
            <a:pPr>
              <a:defRPr sz="3000" b="1"/>
            </a:pPr>
            <a:r>
              <a:t>Lesson 1</a:t>
            </a:r>
          </a:p>
        </p:txBody>
      </p:sp>
      <p:sp>
        <p:nvSpPr>
          <p:cNvPr id="5" name="Rectangle 4"/>
          <p:cNvSpPr/>
          <p:nvPr/>
        </p:nvSpPr>
        <p:spPr>
          <a:xfrm>
            <a:off x="731520" y="1371600"/>
            <a:ext cx="5020056" cy="4389120"/>
          </a:xfrm>
          <a:prstGeom prst="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r>
              <a:t>Customers buy outcomes—not products.</a:t>
            </a:r>
          </a:p>
        </p:txBody>
      </p:sp>
      <p:graphicFrame>
        <p:nvGraphicFramePr>
          <p:cNvPr id="9" name="TextBox 6">
            <a:extLst>
              <a:ext uri="{FF2B5EF4-FFF2-40B4-BE49-F238E27FC236}">
                <a16:creationId xmlns:a16="http://schemas.microsoft.com/office/drawing/2014/main" id="{0CDA2D00-FC9C-F4CC-385E-842D9DF2105C}"/>
              </a:ext>
            </a:extLst>
          </p:cNvPr>
          <p:cNvGraphicFramePr/>
          <p:nvPr>
            <p:extLst>
              <p:ext uri="{D42A27DB-BD31-4B8C-83A1-F6EECF244321}">
                <p14:modId xmlns:p14="http://schemas.microsoft.com/office/powerpoint/2010/main" val="3092821259"/>
              </p:ext>
            </p:extLst>
          </p:nvPr>
        </p:nvGraphicFramePr>
        <p:xfrm>
          <a:off x="822960" y="1371600"/>
          <a:ext cx="530352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pic>
        <p:nvPicPr>
          <p:cNvPr id="2" name="Picture 1" descr="6f7d8031-cc56-47c1-8d96-e4a28e6543ce.png"/>
          <p:cNvPicPr>
            <a:picLocks noChangeAspect="1"/>
          </p:cNvPicPr>
          <p:nvPr/>
        </p:nvPicPr>
        <p:blipFill>
          <a:blip r:embed="rId2"/>
          <a:stretch>
            <a:fillRect/>
          </a:stretch>
        </p:blipFill>
        <p:spPr>
          <a:xfrm>
            <a:off x="411480" y="320040"/>
            <a:ext cx="385857" cy="384048"/>
          </a:xfrm>
          <a:prstGeom prst="rect">
            <a:avLst/>
          </a:prstGeom>
        </p:spPr>
      </p:pic>
      <p:sp>
        <p:nvSpPr>
          <p:cNvPr id="3" name="Rectangle 2"/>
          <p:cNvSpPr/>
          <p:nvPr/>
        </p:nvSpPr>
        <p:spPr>
          <a:xfrm>
            <a:off x="0" y="0"/>
            <a:ext cx="12191695" cy="70000"/>
          </a:xfrm>
          <a:prstGeom prst="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1828800"/>
            <a:ext cx="9144000" cy="1828800"/>
          </a:xfrm>
          <a:prstGeom prst="rect">
            <a:avLst/>
          </a:prstGeom>
          <a:noFill/>
        </p:spPr>
        <p:txBody>
          <a:bodyPr wrap="none">
            <a:spAutoFit/>
          </a:bodyPr>
          <a:lstStyle/>
          <a:p>
            <a:pPr algn="ctr">
              <a:defRPr sz="3000" b="1">
                <a:solidFill>
                  <a:srgbClr val="192B4A"/>
                </a:solidFill>
              </a:defRPr>
            </a:pPr>
            <a:r>
              <a:t>"Curiosity builds trust."</a:t>
            </a:r>
          </a:p>
        </p:txBody>
      </p:sp>
      <p:graphicFrame>
        <p:nvGraphicFramePr>
          <p:cNvPr id="7" name="TextBox 4">
            <a:extLst>
              <a:ext uri="{FF2B5EF4-FFF2-40B4-BE49-F238E27FC236}">
                <a16:creationId xmlns:a16="http://schemas.microsoft.com/office/drawing/2014/main" id="{14186E7D-B79D-2792-552F-FE617109E1F4}"/>
              </a:ext>
            </a:extLst>
          </p:cNvPr>
          <p:cNvGraphicFramePr/>
          <p:nvPr/>
        </p:nvGraphicFramePr>
        <p:xfrm>
          <a:off x="1188720" y="2743200"/>
          <a:ext cx="9144000" cy="2286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pic>
        <p:nvPicPr>
          <p:cNvPr id="2" name="Picture 1" descr="6f7d8031-cc56-47c1-8d96-e4a28e6543ce.png"/>
          <p:cNvPicPr>
            <a:picLocks noChangeAspect="1"/>
          </p:cNvPicPr>
          <p:nvPr/>
        </p:nvPicPr>
        <p:blipFill>
          <a:blip r:embed="rId2"/>
          <a:stretch>
            <a:fillRect/>
          </a:stretch>
        </p:blipFill>
        <p:spPr>
          <a:xfrm>
            <a:off x="411480" y="320040"/>
            <a:ext cx="385857" cy="384048"/>
          </a:xfrm>
          <a:prstGeom prst="rect">
            <a:avLst/>
          </a:prstGeom>
        </p:spPr>
      </p:pic>
      <p:sp>
        <p:nvSpPr>
          <p:cNvPr id="3" name="Rectangle 2"/>
          <p:cNvSpPr/>
          <p:nvPr/>
        </p:nvSpPr>
        <p:spPr>
          <a:xfrm>
            <a:off x="0" y="0"/>
            <a:ext cx="12191695" cy="70000"/>
          </a:xfrm>
          <a:prstGeom prst="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0080"/>
            <a:ext cx="4572000" cy="457200"/>
          </a:xfrm>
          <a:prstGeom prst="rect">
            <a:avLst/>
          </a:prstGeom>
          <a:noFill/>
        </p:spPr>
        <p:txBody>
          <a:bodyPr wrap="none">
            <a:spAutoFit/>
          </a:bodyPr>
          <a:lstStyle/>
          <a:p>
            <a:pPr>
              <a:defRPr sz="3000" b="1"/>
            </a:pPr>
            <a:r>
              <a:t>Lesson 3</a:t>
            </a:r>
          </a:p>
        </p:txBody>
      </p:sp>
      <p:sp>
        <p:nvSpPr>
          <p:cNvPr id="5" name="Rounded Rectangle 4"/>
          <p:cNvSpPr/>
          <p:nvPr/>
        </p:nvSpPr>
        <p:spPr>
          <a:xfrm>
            <a:off x="822960" y="1828800"/>
            <a:ext cx="2926080" cy="274320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r>
              <a:t>Listen</a:t>
            </a:r>
          </a:p>
        </p:txBody>
      </p:sp>
      <p:graphicFrame>
        <p:nvGraphicFramePr>
          <p:cNvPr id="10" name="TextBox 7">
            <a:extLst>
              <a:ext uri="{FF2B5EF4-FFF2-40B4-BE49-F238E27FC236}">
                <a16:creationId xmlns:a16="http://schemas.microsoft.com/office/drawing/2014/main" id="{DDF25A75-6FE1-BECF-4AF6-E4BFB6227CD4}"/>
              </a:ext>
            </a:extLst>
          </p:cNvPr>
          <p:cNvGraphicFramePr/>
          <p:nvPr/>
        </p:nvGraphicFramePr>
        <p:xfrm>
          <a:off x="822960" y="1371600"/>
          <a:ext cx="530352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pic>
        <p:nvPicPr>
          <p:cNvPr id="2" name="Picture 1" descr="6f7d8031-cc56-47c1-8d96-e4a28e6543ce.png"/>
          <p:cNvPicPr>
            <a:picLocks noChangeAspect="1"/>
          </p:cNvPicPr>
          <p:nvPr/>
        </p:nvPicPr>
        <p:blipFill>
          <a:blip r:embed="rId2"/>
          <a:stretch>
            <a:fillRect/>
          </a:stretch>
        </p:blipFill>
        <p:spPr>
          <a:xfrm>
            <a:off x="411480" y="320040"/>
            <a:ext cx="385857" cy="384048"/>
          </a:xfrm>
          <a:prstGeom prst="rect">
            <a:avLst/>
          </a:prstGeom>
        </p:spPr>
      </p:pic>
      <p:sp>
        <p:nvSpPr>
          <p:cNvPr id="3" name="Rectangle 2"/>
          <p:cNvSpPr/>
          <p:nvPr/>
        </p:nvSpPr>
        <p:spPr>
          <a:xfrm>
            <a:off x="0" y="0"/>
            <a:ext cx="12191695" cy="70000"/>
          </a:xfrm>
          <a:prstGeom prst="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0080"/>
            <a:ext cx="4572000" cy="457200"/>
          </a:xfrm>
          <a:prstGeom prst="rect">
            <a:avLst/>
          </a:prstGeom>
          <a:noFill/>
        </p:spPr>
        <p:txBody>
          <a:bodyPr wrap="none">
            <a:spAutoFit/>
          </a:bodyPr>
          <a:lstStyle/>
          <a:p>
            <a:pPr>
              <a:defRPr sz="3000" b="1"/>
            </a:pPr>
            <a:r>
              <a:t>Lesson 4</a:t>
            </a:r>
          </a:p>
        </p:txBody>
      </p:sp>
      <p:sp>
        <p:nvSpPr>
          <p:cNvPr id="5" name="Oval 4"/>
          <p:cNvSpPr/>
          <p:nvPr/>
        </p:nvSpPr>
        <p:spPr>
          <a:xfrm>
            <a:off x="4889633" y="3532472"/>
            <a:ext cx="1501541" cy="1371600"/>
          </a:xfrm>
          <a:prstGeom prst="ellipse">
            <a:avLst/>
          </a:prstGeom>
          <a:solidFill>
            <a:srgbClr val="129EDB"/>
          </a:solidFill>
        </p:spPr>
        <p:style>
          <a:lnRef idx="1">
            <a:schemeClr val="accent1"/>
          </a:lnRef>
          <a:fillRef idx="3">
            <a:schemeClr val="accent1"/>
          </a:fillRef>
          <a:effectRef idx="2">
            <a:schemeClr val="accent1"/>
          </a:effectRef>
          <a:fontRef idx="minor">
            <a:schemeClr val="lt1"/>
          </a:fontRef>
        </p:style>
        <p:txBody>
          <a:bodyPr rtlCol="0" anchor="ctr"/>
          <a:lstStyle/>
          <a:p>
            <a:r>
              <a:t>Influence</a:t>
            </a:r>
          </a:p>
        </p:txBody>
      </p:sp>
      <p:sp>
        <p:nvSpPr>
          <p:cNvPr id="6" name="TextBox 5"/>
          <p:cNvSpPr txBox="1"/>
          <p:nvPr/>
        </p:nvSpPr>
        <p:spPr>
          <a:xfrm>
            <a:off x="822960" y="1371600"/>
            <a:ext cx="10819437" cy="1938992"/>
          </a:xfrm>
          <a:prstGeom prst="rect">
            <a:avLst/>
          </a:prstGeom>
          <a:noFill/>
        </p:spPr>
        <p:txBody>
          <a:bodyPr wrap="none">
            <a:spAutoFit/>
          </a:bodyPr>
          <a:lstStyle/>
          <a:p>
            <a:pPr>
              <a:defRPr sz="2000">
                <a:solidFill>
                  <a:srgbClr val="282828"/>
                </a:solidFill>
              </a:defRPr>
            </a:pPr>
            <a:r>
              <a:rPr lang="en-US" dirty="0"/>
              <a:t>Who here thinks they’ll never be in sales in their career? </a:t>
            </a:r>
          </a:p>
          <a:p>
            <a:pPr>
              <a:defRPr sz="2000">
                <a:solidFill>
                  <a:srgbClr val="282828"/>
                </a:solidFill>
              </a:defRPr>
            </a:pPr>
            <a:endParaRPr lang="en-US" dirty="0"/>
          </a:p>
          <a:p>
            <a:pPr>
              <a:defRPr sz="2000">
                <a:solidFill>
                  <a:srgbClr val="282828"/>
                </a:solidFill>
              </a:defRPr>
            </a:pPr>
            <a:endParaRPr lang="en-US" dirty="0"/>
          </a:p>
          <a:p>
            <a:pPr>
              <a:defRPr sz="2000">
                <a:solidFill>
                  <a:srgbClr val="282828"/>
                </a:solidFill>
              </a:defRPr>
            </a:pPr>
            <a:r>
              <a:rPr dirty="0"/>
              <a:t>Whether you're an engineer, analyst, marketer or leader—you'll spend your career influencing people.</a:t>
            </a:r>
          </a:p>
          <a:p>
            <a:pPr>
              <a:defRPr sz="2000">
                <a:solidFill>
                  <a:srgbClr val="282828"/>
                </a:solidFill>
              </a:defRPr>
            </a:pPr>
            <a:endParaRPr dirty="0"/>
          </a:p>
          <a:p>
            <a:pPr>
              <a:defRPr sz="2000">
                <a:solidFill>
                  <a:srgbClr val="282828"/>
                </a:solidFill>
              </a:defRPr>
            </a:pPr>
            <a:r>
              <a:rPr dirty="0"/>
              <a:t>Ideas only matter when others believe in them.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pic>
        <p:nvPicPr>
          <p:cNvPr id="2" name="Picture 1" descr="6f7d8031-cc56-47c1-8d96-e4a28e6543ce.png"/>
          <p:cNvPicPr>
            <a:picLocks noChangeAspect="1"/>
          </p:cNvPicPr>
          <p:nvPr/>
        </p:nvPicPr>
        <p:blipFill>
          <a:blip r:embed="rId2"/>
          <a:stretch>
            <a:fillRect/>
          </a:stretch>
        </p:blipFill>
        <p:spPr>
          <a:xfrm>
            <a:off x="411480" y="320040"/>
            <a:ext cx="385857" cy="384048"/>
          </a:xfrm>
          <a:prstGeom prst="rect">
            <a:avLst/>
          </a:prstGeom>
        </p:spPr>
      </p:pic>
      <p:sp>
        <p:nvSpPr>
          <p:cNvPr id="3" name="Rectangle 2"/>
          <p:cNvSpPr/>
          <p:nvPr/>
        </p:nvSpPr>
        <p:spPr>
          <a:xfrm>
            <a:off x="0" y="0"/>
            <a:ext cx="12191695" cy="70000"/>
          </a:xfrm>
          <a:prstGeom prst="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0080"/>
            <a:ext cx="4572000" cy="457200"/>
          </a:xfrm>
          <a:prstGeom prst="rect">
            <a:avLst/>
          </a:prstGeom>
          <a:noFill/>
        </p:spPr>
        <p:txBody>
          <a:bodyPr wrap="none">
            <a:spAutoFit/>
          </a:bodyPr>
          <a:lstStyle/>
          <a:p>
            <a:pPr>
              <a:defRPr sz="3000" b="1"/>
            </a:pPr>
            <a:r>
              <a:t>What I Hire For</a:t>
            </a:r>
          </a:p>
        </p:txBody>
      </p:sp>
      <p:sp>
        <p:nvSpPr>
          <p:cNvPr id="5" name="Rounded Rectangle 4"/>
          <p:cNvSpPr/>
          <p:nvPr/>
        </p:nvSpPr>
        <p:spPr>
          <a:xfrm>
            <a:off x="822960" y="1645920"/>
            <a:ext cx="2743200" cy="109728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Curiosity </a:t>
            </a:r>
            <a:endParaRPr dirty="0">
              <a:solidFill>
                <a:schemeClr val="tx1"/>
              </a:solidFill>
            </a:endParaRPr>
          </a:p>
        </p:txBody>
      </p:sp>
      <p:sp>
        <p:nvSpPr>
          <p:cNvPr id="6" name="Rounded Rectangle 5"/>
          <p:cNvSpPr/>
          <p:nvPr/>
        </p:nvSpPr>
        <p:spPr>
          <a:xfrm>
            <a:off x="3840480" y="1645920"/>
            <a:ext cx="2743200" cy="109728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 </a:t>
            </a:r>
            <a:r>
              <a:rPr lang="en-US" dirty="0">
                <a:solidFill>
                  <a:schemeClr val="tx1"/>
                </a:solidFill>
              </a:rPr>
              <a:t>Coachability </a:t>
            </a:r>
            <a:r>
              <a:rPr dirty="0"/>
              <a:t>ty</a:t>
            </a:r>
          </a:p>
        </p:txBody>
      </p:sp>
      <p:sp>
        <p:nvSpPr>
          <p:cNvPr id="7" name="Rounded Rectangle 6"/>
          <p:cNvSpPr/>
          <p:nvPr/>
        </p:nvSpPr>
        <p:spPr>
          <a:xfrm>
            <a:off x="822960" y="3291840"/>
            <a:ext cx="2743200" cy="109728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dirty="0">
                <a:solidFill>
                  <a:schemeClr val="tx1"/>
                </a:solidFill>
              </a:rPr>
              <a:t>Ownership</a:t>
            </a:r>
          </a:p>
        </p:txBody>
      </p:sp>
      <p:sp>
        <p:nvSpPr>
          <p:cNvPr id="8" name="Rounded Rectangle 7"/>
          <p:cNvSpPr/>
          <p:nvPr/>
        </p:nvSpPr>
        <p:spPr>
          <a:xfrm>
            <a:off x="3840480" y="3291840"/>
            <a:ext cx="2743200" cy="1097280"/>
          </a:xfrm>
          <a:prstGeom prst="roundRect">
            <a:avLst/>
          </a:prstGeom>
          <a:solidFill>
            <a:srgbClr val="FFFFFF"/>
          </a:solidFill>
          <a:ln>
            <a:solidFill>
              <a:srgbClr val="129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dirty="0">
                <a:solidFill>
                  <a:schemeClr val="tx1"/>
                </a:solidFill>
              </a:rPr>
              <a:t>Integrity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pic>
        <p:nvPicPr>
          <p:cNvPr id="2" name="Picture 1" descr="6f7d8031-cc56-47c1-8d96-e4a28e6543ce.png"/>
          <p:cNvPicPr>
            <a:picLocks noChangeAspect="1"/>
          </p:cNvPicPr>
          <p:nvPr/>
        </p:nvPicPr>
        <p:blipFill>
          <a:blip r:embed="rId2"/>
          <a:stretch>
            <a:fillRect/>
          </a:stretch>
        </p:blipFill>
        <p:spPr>
          <a:xfrm>
            <a:off x="411480" y="320040"/>
            <a:ext cx="385857" cy="384048"/>
          </a:xfrm>
          <a:prstGeom prst="rect">
            <a:avLst/>
          </a:prstGeom>
        </p:spPr>
      </p:pic>
      <p:sp>
        <p:nvSpPr>
          <p:cNvPr id="3" name="Rectangle 2"/>
          <p:cNvSpPr/>
          <p:nvPr/>
        </p:nvSpPr>
        <p:spPr>
          <a:xfrm>
            <a:off x="0" y="0"/>
            <a:ext cx="12191695" cy="70000"/>
          </a:xfrm>
          <a:prstGeom prst="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0080"/>
            <a:ext cx="4572000" cy="457200"/>
          </a:xfrm>
          <a:prstGeom prst="rect">
            <a:avLst/>
          </a:prstGeom>
          <a:noFill/>
        </p:spPr>
        <p:txBody>
          <a:bodyPr wrap="none">
            <a:spAutoFit/>
          </a:bodyPr>
          <a:lstStyle/>
          <a:p>
            <a:pPr>
              <a:defRPr sz="3000" b="1"/>
            </a:pPr>
            <a:r>
              <a:t>Interactive Challenge</a:t>
            </a:r>
          </a:p>
        </p:txBody>
      </p:sp>
      <p:graphicFrame>
        <p:nvGraphicFramePr>
          <p:cNvPr id="11" name="TextBox 8">
            <a:extLst>
              <a:ext uri="{FF2B5EF4-FFF2-40B4-BE49-F238E27FC236}">
                <a16:creationId xmlns:a16="http://schemas.microsoft.com/office/drawing/2014/main" id="{2538DE1D-DCEC-EFCA-AB32-CB009EBA1B27}"/>
              </a:ext>
            </a:extLst>
          </p:cNvPr>
          <p:cNvGraphicFramePr/>
          <p:nvPr>
            <p:extLst>
              <p:ext uri="{D42A27DB-BD31-4B8C-83A1-F6EECF244321}">
                <p14:modId xmlns:p14="http://schemas.microsoft.com/office/powerpoint/2010/main" val="4235166658"/>
              </p:ext>
            </p:extLst>
          </p:nvPr>
        </p:nvGraphicFramePr>
        <p:xfrm>
          <a:off x="822960" y="1667360"/>
          <a:ext cx="9829800" cy="38190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pic>
        <p:nvPicPr>
          <p:cNvPr id="2" name="Picture 1" descr="6f7d8031-cc56-47c1-8d96-e4a28e6543ce.png"/>
          <p:cNvPicPr>
            <a:picLocks noChangeAspect="1"/>
          </p:cNvPicPr>
          <p:nvPr/>
        </p:nvPicPr>
        <p:blipFill>
          <a:blip r:embed="rId2"/>
          <a:stretch>
            <a:fillRect/>
          </a:stretch>
        </p:blipFill>
        <p:spPr>
          <a:xfrm>
            <a:off x="411480" y="320040"/>
            <a:ext cx="385857" cy="384048"/>
          </a:xfrm>
          <a:prstGeom prst="rect">
            <a:avLst/>
          </a:prstGeom>
        </p:spPr>
      </p:pic>
      <p:sp>
        <p:nvSpPr>
          <p:cNvPr id="3" name="Rectangle 2"/>
          <p:cNvSpPr/>
          <p:nvPr/>
        </p:nvSpPr>
        <p:spPr>
          <a:xfrm>
            <a:off x="0" y="0"/>
            <a:ext cx="12191695" cy="70000"/>
          </a:xfrm>
          <a:prstGeom prst="rect">
            <a:avLst/>
          </a:prstGeom>
          <a:solidFill>
            <a:srgbClr val="12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19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6f7d8031-cc56-47c1-8d96-e4a28e6543ce.png"/>
          <p:cNvPicPr>
            <a:picLocks noChangeAspect="1"/>
          </p:cNvPicPr>
          <p:nvPr/>
        </p:nvPicPr>
        <p:blipFill>
          <a:blip r:embed="rId2"/>
          <a:stretch>
            <a:fillRect/>
          </a:stretch>
        </p:blipFill>
        <p:spPr>
          <a:xfrm>
            <a:off x="548640" y="457200"/>
            <a:ext cx="413418" cy="411480"/>
          </a:xfrm>
          <a:prstGeom prst="rect">
            <a:avLst/>
          </a:prstGeom>
        </p:spPr>
      </p:pic>
      <p:sp>
        <p:nvSpPr>
          <p:cNvPr id="6" name="TextBox 5"/>
          <p:cNvSpPr txBox="1"/>
          <p:nvPr/>
        </p:nvSpPr>
        <p:spPr>
          <a:xfrm>
            <a:off x="914400" y="1828800"/>
            <a:ext cx="10058400" cy="2743200"/>
          </a:xfrm>
          <a:prstGeom prst="rect">
            <a:avLst/>
          </a:prstGeom>
          <a:noFill/>
        </p:spPr>
        <p:txBody>
          <a:bodyPr wrap="none">
            <a:spAutoFit/>
          </a:bodyPr>
          <a:lstStyle/>
          <a:p>
            <a:pPr algn="ctr">
              <a:defRPr sz="3200" b="1">
                <a:solidFill>
                  <a:srgbClr val="FFFFFF"/>
                </a:solidFill>
              </a:defRPr>
            </a:pPr>
            <a:r>
              <a:t>Learn. Build Trust. Solve Problems.</a:t>
            </a:r>
          </a:p>
        </p:txBody>
      </p:sp>
      <p:sp>
        <p:nvSpPr>
          <p:cNvPr id="7" name="TextBox 6"/>
          <p:cNvSpPr txBox="1"/>
          <p:nvPr/>
        </p:nvSpPr>
        <p:spPr>
          <a:xfrm>
            <a:off x="1828800" y="3200400"/>
            <a:ext cx="8229600" cy="1828800"/>
          </a:xfrm>
          <a:prstGeom prst="rect">
            <a:avLst/>
          </a:prstGeom>
          <a:noFill/>
        </p:spPr>
        <p:txBody>
          <a:bodyPr wrap="none">
            <a:spAutoFit/>
          </a:bodyPr>
          <a:lstStyle/>
          <a:p>
            <a:pPr algn="ctr">
              <a:defRPr sz="2000">
                <a:solidFill>
                  <a:srgbClr val="FFFFFF"/>
                </a:solidFill>
              </a:defRPr>
            </a:pPr>
            <a:r>
              <a:t>Three questions:</a:t>
            </a:r>
          </a:p>
          <a:p>
            <a:pPr algn="ctr">
              <a:defRPr sz="2000">
                <a:solidFill>
                  <a:srgbClr val="FFFFFF"/>
                </a:solidFill>
              </a:defRPr>
            </a:pPr>
            <a:endParaRPr/>
          </a:p>
          <a:p>
            <a:pPr algn="ctr">
              <a:defRPr sz="2000">
                <a:solidFill>
                  <a:srgbClr val="FFFFFF"/>
                </a:solidFill>
              </a:defRPr>
            </a:pPr>
            <a:r>
              <a:t>• What surprised you today?</a:t>
            </a:r>
          </a:p>
          <a:p>
            <a:pPr algn="ctr">
              <a:defRPr sz="2000">
                <a:solidFill>
                  <a:srgbClr val="FFFFFF"/>
                </a:solidFill>
              </a:defRPr>
            </a:pPr>
            <a:r>
              <a:t>• Which skill will you intentionally develop?</a:t>
            </a:r>
          </a:p>
          <a:p>
            <a:pPr algn="ctr">
              <a:defRPr sz="2000">
                <a:solidFill>
                  <a:srgbClr val="FFFFFF"/>
                </a:solidFill>
              </a:defRPr>
            </a:pPr>
            <a:r>
              <a:t>• How can you create value this summer?</a:t>
            </a:r>
          </a:p>
          <a:p>
            <a:pPr algn="ctr">
              <a:defRPr sz="2000">
                <a:solidFill>
                  <a:srgbClr val="FFFFFF"/>
                </a:solidFill>
              </a:defRPr>
            </a:pPr>
            <a:endParaRPr/>
          </a:p>
          <a:p>
            <a:pPr algn="ctr">
              <a:defRPr sz="2000">
                <a:solidFill>
                  <a:srgbClr val="FFFFFF"/>
                </a:solidFill>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85B18512D53F41BDE18DDF49B141B1" ma:contentTypeVersion="15" ma:contentTypeDescription="Create a new document." ma:contentTypeScope="" ma:versionID="e906cf6e48426ee06c66027bb80d6180">
  <xsd:schema xmlns:xsd="http://www.w3.org/2001/XMLSchema" xmlns:xs="http://www.w3.org/2001/XMLSchema" xmlns:p="http://schemas.microsoft.com/office/2006/metadata/properties" xmlns:ns2="dcd73cc7-3f1a-4f0c-93a2-52248963654a" xmlns:ns3="1b6a93da-3008-4b4c-a527-3918a3aa2c8d" targetNamespace="http://schemas.microsoft.com/office/2006/metadata/properties" ma:root="true" ma:fieldsID="7e970348c30aff7842b1d265af3f3d1b" ns2:_="" ns3:_="">
    <xsd:import namespace="dcd73cc7-3f1a-4f0c-93a2-52248963654a"/>
    <xsd:import namespace="1b6a93da-3008-4b4c-a527-3918a3aa2c8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d73cc7-3f1a-4f0c-93a2-5224896365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0605de8-6ea5-48e6-9496-7988cfd13a3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6a93da-3008-4b4c-a527-3918a3aa2c8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53ea22cc-db3d-48eb-9246-edf9007a76f7}" ma:internalName="TaxCatchAll" ma:showField="CatchAllData" ma:web="1b6a93da-3008-4b4c-a527-3918a3aa2c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cd73cc7-3f1a-4f0c-93a2-52248963654a">
      <Terms xmlns="http://schemas.microsoft.com/office/infopath/2007/PartnerControls"/>
    </lcf76f155ced4ddcb4097134ff3c332f>
    <TaxCatchAll xmlns="1b6a93da-3008-4b4c-a527-3918a3aa2c8d" xsi:nil="true"/>
  </documentManagement>
</p:properties>
</file>

<file path=customXml/itemProps1.xml><?xml version="1.0" encoding="utf-8"?>
<ds:datastoreItem xmlns:ds="http://schemas.openxmlformats.org/officeDocument/2006/customXml" ds:itemID="{3AD713D0-37C5-4712-8143-D3AA876D5EF7}"/>
</file>

<file path=customXml/itemProps2.xml><?xml version="1.0" encoding="utf-8"?>
<ds:datastoreItem xmlns:ds="http://schemas.openxmlformats.org/officeDocument/2006/customXml" ds:itemID="{8AAD4363-5045-4ECB-AE42-2E2863741C44}"/>
</file>

<file path=customXml/itemProps3.xml><?xml version="1.0" encoding="utf-8"?>
<ds:datastoreItem xmlns:ds="http://schemas.openxmlformats.org/officeDocument/2006/customXml" ds:itemID="{9F15306C-D0F2-4704-B6D9-3FABCF1D7DD8}"/>
</file>

<file path=docProps/app.xml><?xml version="1.0" encoding="utf-8"?>
<Properties xmlns="http://schemas.openxmlformats.org/officeDocument/2006/extended-properties" xmlns:vt="http://schemas.openxmlformats.org/officeDocument/2006/docPropsVTypes">
  <Template>Slice</Template>
  <TotalTime>47</TotalTime>
  <Words>758</Words>
  <Application>Microsoft Office PowerPoint</Application>
  <PresentationFormat>Widescreen</PresentationFormat>
  <Paragraphs>95</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Brian Stevens</dc:creator>
  <cp:keywords/>
  <dc:description>generated using python-pptx</dc:description>
  <cp:lastModifiedBy>Brian Stevens</cp:lastModifiedBy>
  <cp:revision>3</cp:revision>
  <dcterms:created xsi:type="dcterms:W3CDTF">2013-01-27T09:14:16Z</dcterms:created>
  <dcterms:modified xsi:type="dcterms:W3CDTF">2026-06-25T15:57:54Z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0x010100E585B18512D53F41BDE18DDF49B141B1</vt:lpwstr>
  </property>
</Properties>
</file>